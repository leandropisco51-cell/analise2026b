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86.jp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341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66" r:id="rId16"/>
    <p:sldId id="355" r:id="rId17"/>
    <p:sldId id="353" r:id="rId18"/>
    <p:sldId id="354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367" r:id="rId30"/>
    <p:sldId id="368" r:id="rId31"/>
  </p:sldIdLst>
  <p:sldSz cx="12192000" cy="6858000"/>
  <p:notesSz cx="6858000" cy="9144000"/>
  <p:embeddedFontLst>
    <p:embeddedFont>
      <p:font typeface="Arial Black" panose="020B0A04020102020204" pitchFamily="34" charset="0"/>
      <p:bold r:id="rId34"/>
    </p:embeddedFont>
    <p:embeddedFont>
      <p:font typeface="Arial Unicode MS" panose="020B0604020202020204" pitchFamily="34" charset="-128"/>
      <p:regular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Gotham" panose="020B0604020202020204" charset="0"/>
      <p:regular r:id="rId40"/>
      <p:bold r:id="rId41"/>
      <p:italic r:id="rId42"/>
      <p:boldItalic r:id="rId43"/>
    </p:embeddedFont>
    <p:embeddedFont>
      <p:font typeface="Gotham Black" charset="0"/>
      <p:regular r:id="rId44"/>
      <p:bold r:id="rId45"/>
      <p:boldItalic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3889"/>
    <a:srgbClr val="292454"/>
    <a:srgbClr val="DFDCD8"/>
    <a:srgbClr val="382E35"/>
    <a:srgbClr val="472B80"/>
    <a:srgbClr val="666666"/>
    <a:srgbClr val="ADA8A7"/>
    <a:srgbClr val="382F36"/>
    <a:srgbClr val="084C8B"/>
    <a:srgbClr val="1CA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6.xml"/><Relationship Id="rId41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CDD12E9-4EFD-3548-7E16-DF6FA0FA4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3FE6CA-51B7-B516-1E83-532E63B4E4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020CC-1A04-4D0B-BEE6-0C8F46A643D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A836CD-6760-B68F-DDD7-B1063FB214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3A4D9-EAF9-2564-082B-B2FA2BBE48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7EBDA-2AA3-4D52-8405-46D35D5B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069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29D7E-A6E8-2246-B8CD-991C28DB287B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0B2C8-089D-F44F-9056-E4858B823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5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0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9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90">
            <a:extLst>
              <a:ext uri="{FF2B5EF4-FFF2-40B4-BE49-F238E27FC236}">
                <a16:creationId xmlns:a16="http://schemas.microsoft.com/office/drawing/2014/main" id="{39CA1230-62ED-D037-74B9-1370B20B47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5326" y="619897"/>
            <a:ext cx="3915532" cy="528286"/>
          </a:xfrm>
          <a:noFill/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rgbClr val="7030A0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>
                <a:latin typeface="Gotham" pitchFamily="50" charset="0"/>
                <a:cs typeface="Gotham" pitchFamily="50" charset="0"/>
              </a:rPr>
              <a:t>Clique para inserir logo do parceiro / dupla chancela</a:t>
            </a:r>
            <a:endParaRPr lang="pt-BR"/>
          </a:p>
        </p:txBody>
      </p:sp>
      <p:sp>
        <p:nvSpPr>
          <p:cNvPr id="64" name="Espaço Reservado para Imagem 90">
            <a:extLst>
              <a:ext uri="{FF2B5EF4-FFF2-40B4-BE49-F238E27FC236}">
                <a16:creationId xmlns:a16="http://schemas.microsoft.com/office/drawing/2014/main" id="{911F7816-8C87-A542-FF08-DBFFA1A8168B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10021310" y="3818155"/>
            <a:ext cx="1716864" cy="162312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/>
              <a:t>Insira um ícone que remeta ao curso</a:t>
            </a:r>
          </a:p>
        </p:txBody>
      </p:sp>
      <p:sp>
        <p:nvSpPr>
          <p:cNvPr id="75" name="Título 1">
            <a:extLst>
              <a:ext uri="{FF2B5EF4-FFF2-40B4-BE49-F238E27FC236}">
                <a16:creationId xmlns:a16="http://schemas.microsoft.com/office/drawing/2014/main" id="{25BEA18C-DBBF-EF48-247F-C67DD817CD3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253872" y="4061578"/>
            <a:ext cx="2417083" cy="456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600" b="0">
                <a:solidFill>
                  <a:schemeClr val="tx1"/>
                </a:solidFill>
                <a:latin typeface="Gotham" pitchFamily="50" charset="0"/>
                <a:cs typeface="Gotham" pitchFamily="50" charset="0"/>
              </a:rPr>
              <a:t>C U R S O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3CC7A07-2A66-D6F7-5E4A-B98961B2398F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122F9BD5-2A4E-6B88-A660-70B51DC7FB42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5362E2CD-2179-990A-17A7-8792DAE0937B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18EABECD-93F3-6A09-931D-62C00050E223}"/>
              </a:ext>
            </a:extLst>
          </p:cNvPr>
          <p:cNvGrpSpPr/>
          <p:nvPr userDrawn="1"/>
        </p:nvGrpSpPr>
        <p:grpSpPr>
          <a:xfrm>
            <a:off x="6118109" y="5444842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40B256ED-4C73-523A-2824-FEEAE59CE84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77B9FBA3-C8B5-8EDC-879B-EE1D3A414CD7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3" name="Espaço Reservado para Texto 7">
            <a:extLst>
              <a:ext uri="{FF2B5EF4-FFF2-40B4-BE49-F238E27FC236}">
                <a16:creationId xmlns:a16="http://schemas.microsoft.com/office/drawing/2014/main" id="{2E174C3B-8F3C-2D24-18C9-993C755B76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3516" y="2828044"/>
            <a:ext cx="4328689" cy="2125608"/>
          </a:xfrm>
        </p:spPr>
        <p:txBody>
          <a:bodyPr anchor="ctr">
            <a:noAutofit/>
          </a:bodyPr>
          <a:lstStyle>
            <a:lvl1pPr marL="0" indent="0">
              <a:buNone/>
              <a:defRPr sz="5500">
                <a:solidFill>
                  <a:srgbClr val="292454"/>
                </a:solidFill>
                <a:latin typeface="Gotham Black" pitchFamily="50" charset="0"/>
                <a:cs typeface="Gotham Black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</a:t>
            </a:r>
            <a:br>
              <a:rPr lang="pt-BR"/>
            </a:br>
            <a:r>
              <a:rPr lang="pt-BR"/>
              <a:t>O NOME</a:t>
            </a:r>
            <a:br>
              <a:rPr lang="pt-BR"/>
            </a:br>
            <a:r>
              <a:rPr lang="pt-BR"/>
              <a:t>DO CURSO</a:t>
            </a:r>
          </a:p>
        </p:txBody>
      </p:sp>
      <p:sp>
        <p:nvSpPr>
          <p:cNvPr id="84" name="Espaço Reservado para Texto 7">
            <a:extLst>
              <a:ext uri="{FF2B5EF4-FFF2-40B4-BE49-F238E27FC236}">
                <a16:creationId xmlns:a16="http://schemas.microsoft.com/office/drawing/2014/main" id="{BA500430-9691-267C-5399-5ED52647F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3517" y="4971036"/>
            <a:ext cx="5018234" cy="600956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 O SUBTÍTULO</a:t>
            </a:r>
          </a:p>
        </p:txBody>
      </p:sp>
      <p:pic>
        <p:nvPicPr>
          <p:cNvPr id="253" name="Gráfico 252">
            <a:extLst>
              <a:ext uri="{FF2B5EF4-FFF2-40B4-BE49-F238E27FC236}">
                <a16:creationId xmlns:a16="http://schemas.microsoft.com/office/drawing/2014/main" id="{F252A6B5-F77F-704C-596C-DAE72DCC7F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861236"/>
            <a:ext cx="3128963" cy="562510"/>
          </a:xfrm>
          <a:prstGeom prst="rect">
            <a:avLst/>
          </a:prstGeom>
        </p:spPr>
      </p:pic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D1239FC2-EEC4-BB84-B987-8D8E38144AD0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  <a:solidFill>
            <a:schemeClr val="bg1"/>
          </a:solidFill>
        </p:grpSpPr>
        <p:grpSp>
          <p:nvGrpSpPr>
            <p:cNvPr id="255" name="Gráfico 4">
              <a:extLst>
                <a:ext uri="{FF2B5EF4-FFF2-40B4-BE49-F238E27FC236}">
                  <a16:creationId xmlns:a16="http://schemas.microsoft.com/office/drawing/2014/main" id="{F01CAEE2-A073-910F-C7C7-AACA10D58909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grpFill/>
          </p:grpSpPr>
          <p:grpSp>
            <p:nvGrpSpPr>
              <p:cNvPr id="286" name="Gráfico 4">
                <a:extLst>
                  <a:ext uri="{FF2B5EF4-FFF2-40B4-BE49-F238E27FC236}">
                    <a16:creationId xmlns:a16="http://schemas.microsoft.com/office/drawing/2014/main" id="{A66D99F7-E5F7-326B-9F30-B98A5C268393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293" name="Forma Livre: Forma 292">
                  <a:extLst>
                    <a:ext uri="{FF2B5EF4-FFF2-40B4-BE49-F238E27FC236}">
                      <a16:creationId xmlns:a16="http://schemas.microsoft.com/office/drawing/2014/main" id="{F662617B-5166-65FB-547F-10FA592C08BE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4" name="Forma Livre: Forma 293">
                  <a:extLst>
                    <a:ext uri="{FF2B5EF4-FFF2-40B4-BE49-F238E27FC236}">
                      <a16:creationId xmlns:a16="http://schemas.microsoft.com/office/drawing/2014/main" id="{6DD9067D-C153-778C-25BD-14E3CE322150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5" name="Forma Livre: Forma 294">
                  <a:extLst>
                    <a:ext uri="{FF2B5EF4-FFF2-40B4-BE49-F238E27FC236}">
                      <a16:creationId xmlns:a16="http://schemas.microsoft.com/office/drawing/2014/main" id="{DFD4FE2F-71EF-2470-46C8-D6FECE71E774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6" name="Forma Livre: Forma 295">
                  <a:extLst>
                    <a:ext uri="{FF2B5EF4-FFF2-40B4-BE49-F238E27FC236}">
                      <a16:creationId xmlns:a16="http://schemas.microsoft.com/office/drawing/2014/main" id="{4C57B56F-D8A5-7184-0A39-A224745BD606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7" name="Forma Livre: Forma 296">
                  <a:extLst>
                    <a:ext uri="{FF2B5EF4-FFF2-40B4-BE49-F238E27FC236}">
                      <a16:creationId xmlns:a16="http://schemas.microsoft.com/office/drawing/2014/main" id="{D7CB48E3-92DB-DF80-1518-606D0E033F04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87" name="Gráfico 4">
                <a:extLst>
                  <a:ext uri="{FF2B5EF4-FFF2-40B4-BE49-F238E27FC236}">
                    <a16:creationId xmlns:a16="http://schemas.microsoft.com/office/drawing/2014/main" id="{113CED4E-7557-9DD1-B84E-8FEADE9D46A8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288" name="Forma Livre: Forma 287">
                  <a:extLst>
                    <a:ext uri="{FF2B5EF4-FFF2-40B4-BE49-F238E27FC236}">
                      <a16:creationId xmlns:a16="http://schemas.microsoft.com/office/drawing/2014/main" id="{CE39BAF8-CC48-3CE4-CED3-85624AEDAD28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9" name="Forma Livre: Forma 288">
                  <a:extLst>
                    <a:ext uri="{FF2B5EF4-FFF2-40B4-BE49-F238E27FC236}">
                      <a16:creationId xmlns:a16="http://schemas.microsoft.com/office/drawing/2014/main" id="{0EDC61A3-ED22-31E8-479A-06E3352DE78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0" name="Forma Livre: Forma 289">
                  <a:extLst>
                    <a:ext uri="{FF2B5EF4-FFF2-40B4-BE49-F238E27FC236}">
                      <a16:creationId xmlns:a16="http://schemas.microsoft.com/office/drawing/2014/main" id="{A4F00F89-2E15-915B-2332-D62659D737A3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1" name="Forma Livre: Forma 290">
                  <a:extLst>
                    <a:ext uri="{FF2B5EF4-FFF2-40B4-BE49-F238E27FC236}">
                      <a16:creationId xmlns:a16="http://schemas.microsoft.com/office/drawing/2014/main" id="{6F0A445B-6C13-9B46-CF59-684408333CF5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2" name="Forma Livre: Forma 291">
                  <a:extLst>
                    <a:ext uri="{FF2B5EF4-FFF2-40B4-BE49-F238E27FC236}">
                      <a16:creationId xmlns:a16="http://schemas.microsoft.com/office/drawing/2014/main" id="{179621BD-8CFA-DED4-E04F-E821B9B0625A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56" name="Gráfico 4">
              <a:extLst>
                <a:ext uri="{FF2B5EF4-FFF2-40B4-BE49-F238E27FC236}">
                  <a16:creationId xmlns:a16="http://schemas.microsoft.com/office/drawing/2014/main" id="{652E1613-00C3-2B43-09D0-648BCFC8D0C6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3" name="Forma Livre: Forma 262">
                <a:extLst>
                  <a:ext uri="{FF2B5EF4-FFF2-40B4-BE49-F238E27FC236}">
                    <a16:creationId xmlns:a16="http://schemas.microsoft.com/office/drawing/2014/main" id="{5FD52928-3255-D955-CEC8-08EBCF84F7FE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4" name="Forma Livre: Forma 263">
                <a:extLst>
                  <a:ext uri="{FF2B5EF4-FFF2-40B4-BE49-F238E27FC236}">
                    <a16:creationId xmlns:a16="http://schemas.microsoft.com/office/drawing/2014/main" id="{E5248500-D3ED-801B-979E-11A5EE10C78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5" name="Forma Livre: Forma 264">
                <a:extLst>
                  <a:ext uri="{FF2B5EF4-FFF2-40B4-BE49-F238E27FC236}">
                    <a16:creationId xmlns:a16="http://schemas.microsoft.com/office/drawing/2014/main" id="{77DD9EDE-5EED-E984-21BF-E08E92A82818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6" name="Forma Livre: Forma 265">
                <a:extLst>
                  <a:ext uri="{FF2B5EF4-FFF2-40B4-BE49-F238E27FC236}">
                    <a16:creationId xmlns:a16="http://schemas.microsoft.com/office/drawing/2014/main" id="{F148EDD2-3538-02D9-51A7-B628D05DC72E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7" name="Forma Livre: Forma 266">
                <a:extLst>
                  <a:ext uri="{FF2B5EF4-FFF2-40B4-BE49-F238E27FC236}">
                    <a16:creationId xmlns:a16="http://schemas.microsoft.com/office/drawing/2014/main" id="{0BDD1CC9-5CF4-486F-AEEE-C18348B7C6A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8" name="Forma Livre: Forma 267">
                <a:extLst>
                  <a:ext uri="{FF2B5EF4-FFF2-40B4-BE49-F238E27FC236}">
                    <a16:creationId xmlns:a16="http://schemas.microsoft.com/office/drawing/2014/main" id="{92FD1D24-1D37-EEE2-60ED-9E83EEFB0664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9" name="Forma Livre: Forma 268">
                <a:extLst>
                  <a:ext uri="{FF2B5EF4-FFF2-40B4-BE49-F238E27FC236}">
                    <a16:creationId xmlns:a16="http://schemas.microsoft.com/office/drawing/2014/main" id="{5B4ABE85-7A26-C1A0-F689-6CE8D6673165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0" name="Forma Livre: Forma 269">
                <a:extLst>
                  <a:ext uri="{FF2B5EF4-FFF2-40B4-BE49-F238E27FC236}">
                    <a16:creationId xmlns:a16="http://schemas.microsoft.com/office/drawing/2014/main" id="{0047BF1C-FB28-70B7-ACFB-3C788E7935D7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1" name="Forma Livre: Forma 270">
                <a:extLst>
                  <a:ext uri="{FF2B5EF4-FFF2-40B4-BE49-F238E27FC236}">
                    <a16:creationId xmlns:a16="http://schemas.microsoft.com/office/drawing/2014/main" id="{4A8D376D-177A-7C2A-A9BD-AA0EEE6206C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2" name="Forma Livre: Forma 271">
                <a:extLst>
                  <a:ext uri="{FF2B5EF4-FFF2-40B4-BE49-F238E27FC236}">
                    <a16:creationId xmlns:a16="http://schemas.microsoft.com/office/drawing/2014/main" id="{48E0DA98-801E-9A9B-E6B0-2812BECA9C03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3" name="Forma Livre: Forma 272">
                <a:extLst>
                  <a:ext uri="{FF2B5EF4-FFF2-40B4-BE49-F238E27FC236}">
                    <a16:creationId xmlns:a16="http://schemas.microsoft.com/office/drawing/2014/main" id="{8EC4C06F-9D99-4154-A21A-B0E737060DFD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4" name="Forma Livre: Forma 273">
                <a:extLst>
                  <a:ext uri="{FF2B5EF4-FFF2-40B4-BE49-F238E27FC236}">
                    <a16:creationId xmlns:a16="http://schemas.microsoft.com/office/drawing/2014/main" id="{EBA08EDB-B313-65DA-4D76-0299AE080C2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5" name="Forma Livre: Forma 274">
                <a:extLst>
                  <a:ext uri="{FF2B5EF4-FFF2-40B4-BE49-F238E27FC236}">
                    <a16:creationId xmlns:a16="http://schemas.microsoft.com/office/drawing/2014/main" id="{9FAA794C-58AE-4AB6-E240-B03113CC0B71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6" name="Forma Livre: Forma 275">
                <a:extLst>
                  <a:ext uri="{FF2B5EF4-FFF2-40B4-BE49-F238E27FC236}">
                    <a16:creationId xmlns:a16="http://schemas.microsoft.com/office/drawing/2014/main" id="{2D121093-B923-79CA-1193-530A554F3F0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7" name="Forma Livre: Forma 276">
                <a:extLst>
                  <a:ext uri="{FF2B5EF4-FFF2-40B4-BE49-F238E27FC236}">
                    <a16:creationId xmlns:a16="http://schemas.microsoft.com/office/drawing/2014/main" id="{8972BD93-627B-175C-2814-93095E4CA231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8" name="Forma Livre: Forma 277">
                <a:extLst>
                  <a:ext uri="{FF2B5EF4-FFF2-40B4-BE49-F238E27FC236}">
                    <a16:creationId xmlns:a16="http://schemas.microsoft.com/office/drawing/2014/main" id="{7F0032DC-BA47-31EE-4F49-CCAB29C7E2B3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9" name="Forma Livre: Forma 278">
                <a:extLst>
                  <a:ext uri="{FF2B5EF4-FFF2-40B4-BE49-F238E27FC236}">
                    <a16:creationId xmlns:a16="http://schemas.microsoft.com/office/drawing/2014/main" id="{DE05CBE3-11B3-C7EB-6F3E-19326D8D612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0" name="Forma Livre: Forma 279">
                <a:extLst>
                  <a:ext uri="{FF2B5EF4-FFF2-40B4-BE49-F238E27FC236}">
                    <a16:creationId xmlns:a16="http://schemas.microsoft.com/office/drawing/2014/main" id="{B4DAD98B-6296-B04C-CF59-047307491971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1" name="Forma Livre: Forma 280">
                <a:extLst>
                  <a:ext uri="{FF2B5EF4-FFF2-40B4-BE49-F238E27FC236}">
                    <a16:creationId xmlns:a16="http://schemas.microsoft.com/office/drawing/2014/main" id="{1C9ED560-3316-B721-F926-3550759EE812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2" name="Forma Livre: Forma 281">
                <a:extLst>
                  <a:ext uri="{FF2B5EF4-FFF2-40B4-BE49-F238E27FC236}">
                    <a16:creationId xmlns:a16="http://schemas.microsoft.com/office/drawing/2014/main" id="{2CA8D553-0898-4442-2E79-7C920483946F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3" name="Forma Livre: Forma 282">
                <a:extLst>
                  <a:ext uri="{FF2B5EF4-FFF2-40B4-BE49-F238E27FC236}">
                    <a16:creationId xmlns:a16="http://schemas.microsoft.com/office/drawing/2014/main" id="{C75D7609-3887-79F0-A2D2-085563C6FF30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4" name="Forma Livre: Forma 283">
                <a:extLst>
                  <a:ext uri="{FF2B5EF4-FFF2-40B4-BE49-F238E27FC236}">
                    <a16:creationId xmlns:a16="http://schemas.microsoft.com/office/drawing/2014/main" id="{5E0E660A-6A69-1083-38C6-C0F703E6748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5" name="Forma Livre: Forma 284">
                <a:extLst>
                  <a:ext uri="{FF2B5EF4-FFF2-40B4-BE49-F238E27FC236}">
                    <a16:creationId xmlns:a16="http://schemas.microsoft.com/office/drawing/2014/main" id="{87EA438D-62A3-FDAE-E5AE-E91D39D37302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57" name="Gráfico 4">
              <a:extLst>
                <a:ext uri="{FF2B5EF4-FFF2-40B4-BE49-F238E27FC236}">
                  <a16:creationId xmlns:a16="http://schemas.microsoft.com/office/drawing/2014/main" id="{5FE8E2E4-D773-0DC4-09AC-B326A81014B1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258" name="Forma Livre: Forma 257">
                <a:extLst>
                  <a:ext uri="{FF2B5EF4-FFF2-40B4-BE49-F238E27FC236}">
                    <a16:creationId xmlns:a16="http://schemas.microsoft.com/office/drawing/2014/main" id="{406522E5-5238-0E43-2347-692E3488BCF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9" name="Forma Livre: Forma 258">
                <a:extLst>
                  <a:ext uri="{FF2B5EF4-FFF2-40B4-BE49-F238E27FC236}">
                    <a16:creationId xmlns:a16="http://schemas.microsoft.com/office/drawing/2014/main" id="{AF84632A-4614-CE1D-7AFE-A71B14428537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0" name="Forma Livre: Forma 259">
                <a:extLst>
                  <a:ext uri="{FF2B5EF4-FFF2-40B4-BE49-F238E27FC236}">
                    <a16:creationId xmlns:a16="http://schemas.microsoft.com/office/drawing/2014/main" id="{F98E7A83-D322-CEDE-F843-79204F48822F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1" name="Forma Livre: Forma 260">
                <a:extLst>
                  <a:ext uri="{FF2B5EF4-FFF2-40B4-BE49-F238E27FC236}">
                    <a16:creationId xmlns:a16="http://schemas.microsoft.com/office/drawing/2014/main" id="{80D7AFFD-36DF-CDAD-B15F-36C6FDB7A45B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2" name="Forma Livre: Forma 261">
                <a:extLst>
                  <a:ext uri="{FF2B5EF4-FFF2-40B4-BE49-F238E27FC236}">
                    <a16:creationId xmlns:a16="http://schemas.microsoft.com/office/drawing/2014/main" id="{C54EAC0D-854E-4B3F-DE25-C3F5FD44A5F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007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curso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1AA4911D-534F-A7FC-A8C0-476061BB6A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685" y="2586037"/>
            <a:ext cx="4089400" cy="1685925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 marL="457200" indent="0">
              <a:buNone/>
              <a:defRPr sz="3200" b="1">
                <a:latin typeface="Arial Black" panose="020B0A04020102020204" pitchFamily="34" charset="0"/>
              </a:defRPr>
            </a:lvl2pPr>
            <a:lvl3pPr marL="914400" indent="0">
              <a:buNone/>
              <a:defRPr sz="3200" b="1">
                <a:latin typeface="Arial Black" panose="020B0A04020102020204" pitchFamily="34" charset="0"/>
              </a:defRPr>
            </a:lvl3pPr>
            <a:lvl4pPr marL="1371600" indent="0">
              <a:buNone/>
              <a:defRPr sz="3200" b="1">
                <a:latin typeface="Arial Black" panose="020B0A04020102020204" pitchFamily="34" charset="0"/>
              </a:defRPr>
            </a:lvl4pPr>
            <a:lvl5pPr marL="1828800" indent="0">
              <a:buNone/>
              <a:defRPr sz="3200" b="1">
                <a:latin typeface="Arial Black" panose="020B0A04020102020204" pitchFamily="34" charset="0"/>
              </a:defRPr>
            </a:lvl5pPr>
          </a:lstStyle>
          <a:p>
            <a:pPr lvl="0"/>
            <a:r>
              <a:rPr lang="pt-BR"/>
              <a:t>Nome do Curso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AA46BC-3630-49C3-2A20-144E04E7BC5B}"/>
              </a:ext>
            </a:extLst>
          </p:cNvPr>
          <p:cNvSpPr/>
          <p:nvPr userDrawn="1"/>
        </p:nvSpPr>
        <p:spPr>
          <a:xfrm>
            <a:off x="-187929" y="-628650"/>
            <a:ext cx="424499" cy="781050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95DF06-CC07-13CC-60B4-3DAFDE3B7588}"/>
              </a:ext>
            </a:extLst>
          </p:cNvPr>
          <p:cNvSpPr/>
          <p:nvPr userDrawn="1"/>
        </p:nvSpPr>
        <p:spPr>
          <a:xfrm rot="10800000">
            <a:off x="7385708" y="-425355"/>
            <a:ext cx="2615541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EC9A55-D0E8-87DF-8FA3-8FFDBEC62891}"/>
              </a:ext>
            </a:extLst>
          </p:cNvPr>
          <p:cNvSpPr/>
          <p:nvPr userDrawn="1"/>
        </p:nvSpPr>
        <p:spPr>
          <a:xfrm rot="10800000">
            <a:off x="10001249" y="-425355"/>
            <a:ext cx="2615541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24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m-vindo_Geral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0C90A32B-19DA-9AEC-E031-5C815E3A00F0}"/>
              </a:ext>
            </a:extLst>
          </p:cNvPr>
          <p:cNvSpPr/>
          <p:nvPr userDrawn="1"/>
        </p:nvSpPr>
        <p:spPr>
          <a:xfrm>
            <a:off x="-187929" y="-628650"/>
            <a:ext cx="346657" cy="7810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52D206B3-D862-FBF3-DB65-1E4D53A97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3003" y="2676856"/>
            <a:ext cx="2401159" cy="4214481"/>
          </a:xfrm>
          <a:prstGeom prst="rect">
            <a:avLst/>
          </a:prstGeom>
        </p:spPr>
      </p:pic>
      <p:grpSp>
        <p:nvGrpSpPr>
          <p:cNvPr id="6" name="Gráfico 4">
            <a:extLst>
              <a:ext uri="{FF2B5EF4-FFF2-40B4-BE49-F238E27FC236}">
                <a16:creationId xmlns:a16="http://schemas.microsoft.com/office/drawing/2014/main" id="{FE60AD39-DA45-F5E5-BCB8-73D643C87549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rgbClr val="292454"/>
          </a:solidFill>
        </p:grpSpPr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25B1B6BB-881E-8A2E-1B9C-B4B86CD0F9D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3FFAF782-EC81-5EC9-AF0F-3675C005AA8E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A792C9F5-7C7E-50A2-FD51-77A82162BFFA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1892B710-DEAA-B3BF-2D3D-03F4EF7A00FA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EE2ED008-A4F5-9E38-95B5-A18D36913FD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F7388182-E901-9C2A-1BE0-E31335608624}"/>
              </a:ext>
            </a:extLst>
          </p:cNvPr>
          <p:cNvGrpSpPr/>
          <p:nvPr userDrawn="1"/>
        </p:nvGrpSpPr>
        <p:grpSpPr>
          <a:xfrm>
            <a:off x="10033782" y="603512"/>
            <a:ext cx="1469371" cy="1045161"/>
            <a:chOff x="8564411" y="603512"/>
            <a:chExt cx="1469371" cy="1045161"/>
          </a:xfrm>
        </p:grpSpPr>
        <p:grpSp>
          <p:nvGrpSpPr>
            <p:cNvPr id="246" name="Agrupar 245">
              <a:extLst>
                <a:ext uri="{FF2B5EF4-FFF2-40B4-BE49-F238E27FC236}">
                  <a16:creationId xmlns:a16="http://schemas.microsoft.com/office/drawing/2014/main" id="{0FC98D99-E49F-8DE3-14CF-6591AD15D624}"/>
                </a:ext>
              </a:extLst>
            </p:cNvPr>
            <p:cNvGrpSpPr/>
            <p:nvPr userDrawn="1"/>
          </p:nvGrpSpPr>
          <p:grpSpPr>
            <a:xfrm>
              <a:off x="8564411" y="880068"/>
              <a:ext cx="1469371" cy="768605"/>
              <a:chOff x="8564411" y="880068"/>
              <a:chExt cx="1469371" cy="768605"/>
            </a:xfrm>
          </p:grpSpPr>
          <p:grpSp>
            <p:nvGrpSpPr>
              <p:cNvPr id="228" name="Gráfico 134">
                <a:extLst>
                  <a:ext uri="{FF2B5EF4-FFF2-40B4-BE49-F238E27FC236}">
                    <a16:creationId xmlns:a16="http://schemas.microsoft.com/office/drawing/2014/main" id="{90F8F969-B531-A709-6BD9-BDE2108E4511}"/>
                  </a:ext>
                </a:extLst>
              </p:cNvPr>
              <p:cNvGrpSpPr/>
              <p:nvPr/>
            </p:nvGrpSpPr>
            <p:grpSpPr>
              <a:xfrm>
                <a:off x="8564411" y="880068"/>
                <a:ext cx="1223894" cy="299416"/>
                <a:chOff x="8564411" y="880068"/>
                <a:chExt cx="1223894" cy="299416"/>
              </a:xfrm>
              <a:solidFill>
                <a:srgbClr val="623889"/>
              </a:solidFill>
            </p:grpSpPr>
            <p:sp>
              <p:nvSpPr>
                <p:cNvPr id="229" name="Forma Livre: Forma 228">
                  <a:extLst>
                    <a:ext uri="{FF2B5EF4-FFF2-40B4-BE49-F238E27FC236}">
                      <a16:creationId xmlns:a16="http://schemas.microsoft.com/office/drawing/2014/main" id="{5FCD5D9D-9FB6-1EE9-D25C-6720078E82CD}"/>
                    </a:ext>
                  </a:extLst>
                </p:cNvPr>
                <p:cNvSpPr/>
                <p:nvPr/>
              </p:nvSpPr>
              <p:spPr>
                <a:xfrm>
                  <a:off x="8564411" y="880068"/>
                  <a:ext cx="149489" cy="298105"/>
                </a:xfrm>
                <a:custGeom>
                  <a:avLst/>
                  <a:gdLst>
                    <a:gd name="connsiteX0" fmla="*/ 96163 w 149489"/>
                    <a:gd name="connsiteY0" fmla="*/ 298106 h 298105"/>
                    <a:gd name="connsiteX1" fmla="*/ 27975 w 149489"/>
                    <a:gd name="connsiteY1" fmla="*/ 227732 h 298105"/>
                    <a:gd name="connsiteX2" fmla="*/ 27975 w 149489"/>
                    <a:gd name="connsiteY2" fmla="*/ 116707 h 298105"/>
                    <a:gd name="connsiteX3" fmla="*/ 0 w 149489"/>
                    <a:gd name="connsiteY3" fmla="*/ 116707 h 298105"/>
                    <a:gd name="connsiteX4" fmla="*/ 0 w 149489"/>
                    <a:gd name="connsiteY4" fmla="*/ 59883 h 298105"/>
                    <a:gd name="connsiteX5" fmla="*/ 27975 w 149489"/>
                    <a:gd name="connsiteY5" fmla="*/ 59883 h 298105"/>
                    <a:gd name="connsiteX6" fmla="*/ 27975 w 149489"/>
                    <a:gd name="connsiteY6" fmla="*/ 0 h 298105"/>
                    <a:gd name="connsiteX7" fmla="*/ 94415 w 149489"/>
                    <a:gd name="connsiteY7" fmla="*/ 0 h 298105"/>
                    <a:gd name="connsiteX8" fmla="*/ 94415 w 149489"/>
                    <a:gd name="connsiteY8" fmla="*/ 59883 h 298105"/>
                    <a:gd name="connsiteX9" fmla="*/ 149490 w 149489"/>
                    <a:gd name="connsiteY9" fmla="*/ 59883 h 298105"/>
                    <a:gd name="connsiteX10" fmla="*/ 149490 w 149489"/>
                    <a:gd name="connsiteY10" fmla="*/ 116707 h 298105"/>
                    <a:gd name="connsiteX11" fmla="*/ 94415 w 149489"/>
                    <a:gd name="connsiteY11" fmla="*/ 116707 h 298105"/>
                    <a:gd name="connsiteX12" fmla="*/ 94415 w 149489"/>
                    <a:gd name="connsiteY12" fmla="*/ 216804 h 298105"/>
                    <a:gd name="connsiteX13" fmla="*/ 115833 w 149489"/>
                    <a:gd name="connsiteY13" fmla="*/ 239534 h 298105"/>
                    <a:gd name="connsiteX14" fmla="*/ 148616 w 149489"/>
                    <a:gd name="connsiteY14" fmla="*/ 231229 h 298105"/>
                    <a:gd name="connsiteX15" fmla="*/ 148616 w 149489"/>
                    <a:gd name="connsiteY15" fmla="*/ 284555 h 298105"/>
                    <a:gd name="connsiteX16" fmla="*/ 96163 w 149489"/>
                    <a:gd name="connsiteY16" fmla="*/ 298106 h 298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0" name="Forma Livre: Forma 229">
                  <a:extLst>
                    <a:ext uri="{FF2B5EF4-FFF2-40B4-BE49-F238E27FC236}">
                      <a16:creationId xmlns:a16="http://schemas.microsoft.com/office/drawing/2014/main" id="{26876A19-88E3-1E99-D4E2-A2D45A360EDE}"/>
                    </a:ext>
                  </a:extLst>
                </p:cNvPr>
                <p:cNvSpPr/>
                <p:nvPr/>
              </p:nvSpPr>
              <p:spPr>
                <a:xfrm>
                  <a:off x="8744935" y="935580"/>
                  <a:ext cx="229917" cy="243904"/>
                </a:xfrm>
                <a:custGeom>
                  <a:avLst/>
                  <a:gdLst>
                    <a:gd name="connsiteX0" fmla="*/ 229043 w 229917"/>
                    <a:gd name="connsiteY0" fmla="*/ 144682 h 243904"/>
                    <a:gd name="connsiteX1" fmla="*/ 66003 w 229917"/>
                    <a:gd name="connsiteY1" fmla="*/ 144682 h 243904"/>
                    <a:gd name="connsiteX2" fmla="*/ 123264 w 229917"/>
                    <a:gd name="connsiteY2" fmla="*/ 190578 h 243904"/>
                    <a:gd name="connsiteX3" fmla="*/ 180087 w 229917"/>
                    <a:gd name="connsiteY3" fmla="*/ 166537 h 243904"/>
                    <a:gd name="connsiteX4" fmla="*/ 218115 w 229917"/>
                    <a:gd name="connsiteY4" fmla="*/ 200194 h 243904"/>
                    <a:gd name="connsiteX5" fmla="*/ 122389 w 229917"/>
                    <a:gd name="connsiteY5" fmla="*/ 243905 h 243904"/>
                    <a:gd name="connsiteX6" fmla="*/ 0 w 229917"/>
                    <a:gd name="connsiteY6" fmla="*/ 122827 h 243904"/>
                    <a:gd name="connsiteX7" fmla="*/ 0 w 229917"/>
                    <a:gd name="connsiteY7" fmla="*/ 121952 h 243904"/>
                    <a:gd name="connsiteX8" fmla="*/ 115833 w 229917"/>
                    <a:gd name="connsiteY8" fmla="*/ 0 h 243904"/>
                    <a:gd name="connsiteX9" fmla="*/ 229917 w 229917"/>
                    <a:gd name="connsiteY9" fmla="*/ 127198 h 243904"/>
                    <a:gd name="connsiteX10" fmla="*/ 229917 w 229917"/>
                    <a:gd name="connsiteY10" fmla="*/ 128072 h 243904"/>
                    <a:gd name="connsiteX11" fmla="*/ 229043 w 229917"/>
                    <a:gd name="connsiteY11" fmla="*/ 144682 h 243904"/>
                    <a:gd name="connsiteX12" fmla="*/ 115833 w 229917"/>
                    <a:gd name="connsiteY12" fmla="*/ 53327 h 243904"/>
                    <a:gd name="connsiteX13" fmla="*/ 65129 w 229917"/>
                    <a:gd name="connsiteY13" fmla="*/ 103157 h 243904"/>
                    <a:gd name="connsiteX14" fmla="*/ 165226 w 229917"/>
                    <a:gd name="connsiteY14" fmla="*/ 103157 h 243904"/>
                    <a:gd name="connsiteX15" fmla="*/ 115833 w 229917"/>
                    <a:gd name="connsiteY15" fmla="*/ 53327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1" name="Forma Livre: Forma 230">
                  <a:extLst>
                    <a:ext uri="{FF2B5EF4-FFF2-40B4-BE49-F238E27FC236}">
                      <a16:creationId xmlns:a16="http://schemas.microsoft.com/office/drawing/2014/main" id="{86AE82B8-8D2A-EFD0-1188-67AA92E61B6A}"/>
                    </a:ext>
                  </a:extLst>
                </p:cNvPr>
                <p:cNvSpPr/>
                <p:nvPr/>
              </p:nvSpPr>
              <p:spPr>
                <a:xfrm>
                  <a:off x="9012880" y="935580"/>
                  <a:ext cx="217678" cy="243904"/>
                </a:xfrm>
                <a:custGeom>
                  <a:avLst/>
                  <a:gdLst>
                    <a:gd name="connsiteX0" fmla="*/ 121952 w 217678"/>
                    <a:gd name="connsiteY0" fmla="*/ 243905 h 243904"/>
                    <a:gd name="connsiteX1" fmla="*/ 0 w 217678"/>
                    <a:gd name="connsiteY1" fmla="*/ 122827 h 243904"/>
                    <a:gd name="connsiteX2" fmla="*/ 0 w 217678"/>
                    <a:gd name="connsiteY2" fmla="*/ 121952 h 243904"/>
                    <a:gd name="connsiteX3" fmla="*/ 122827 w 217678"/>
                    <a:gd name="connsiteY3" fmla="*/ 0 h 243904"/>
                    <a:gd name="connsiteX4" fmla="*/ 216367 w 217678"/>
                    <a:gd name="connsiteY4" fmla="*/ 39339 h 243904"/>
                    <a:gd name="connsiteX5" fmla="*/ 175716 w 217678"/>
                    <a:gd name="connsiteY5" fmla="*/ 83050 h 243904"/>
                    <a:gd name="connsiteX6" fmla="*/ 122389 w 217678"/>
                    <a:gd name="connsiteY6" fmla="*/ 57261 h 243904"/>
                    <a:gd name="connsiteX7" fmla="*/ 65566 w 217678"/>
                    <a:gd name="connsiteY7" fmla="*/ 121078 h 243904"/>
                    <a:gd name="connsiteX8" fmla="*/ 65566 w 217678"/>
                    <a:gd name="connsiteY8" fmla="*/ 121952 h 243904"/>
                    <a:gd name="connsiteX9" fmla="*/ 125012 w 217678"/>
                    <a:gd name="connsiteY9" fmla="*/ 186644 h 243904"/>
                    <a:gd name="connsiteX10" fmla="*/ 178776 w 217678"/>
                    <a:gd name="connsiteY10" fmla="*/ 161729 h 243904"/>
                    <a:gd name="connsiteX11" fmla="*/ 217678 w 217678"/>
                    <a:gd name="connsiteY11" fmla="*/ 201068 h 243904"/>
                    <a:gd name="connsiteX12" fmla="*/ 121952 w 217678"/>
                    <a:gd name="connsiteY12" fmla="*/ 243905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2" name="Forma Livre: Forma 231">
                  <a:extLst>
                    <a:ext uri="{FF2B5EF4-FFF2-40B4-BE49-F238E27FC236}">
                      <a16:creationId xmlns:a16="http://schemas.microsoft.com/office/drawing/2014/main" id="{1E5F1F76-4195-A080-FE75-D762AE7E05DC}"/>
                    </a:ext>
                  </a:extLst>
                </p:cNvPr>
                <p:cNvSpPr/>
                <p:nvPr/>
              </p:nvSpPr>
              <p:spPr>
                <a:xfrm>
                  <a:off x="9273832" y="935580"/>
                  <a:ext cx="214618" cy="238659"/>
                </a:xfrm>
                <a:custGeom>
                  <a:avLst/>
                  <a:gdLst>
                    <a:gd name="connsiteX0" fmla="*/ 148179 w 214618"/>
                    <a:gd name="connsiteY0" fmla="*/ 238659 h 238659"/>
                    <a:gd name="connsiteX1" fmla="*/ 148179 w 214618"/>
                    <a:gd name="connsiteY1" fmla="*/ 107965 h 238659"/>
                    <a:gd name="connsiteX2" fmla="*/ 107965 w 214618"/>
                    <a:gd name="connsiteY2" fmla="*/ 60320 h 238659"/>
                    <a:gd name="connsiteX3" fmla="*/ 66440 w 214618"/>
                    <a:gd name="connsiteY3" fmla="*/ 107965 h 238659"/>
                    <a:gd name="connsiteX4" fmla="*/ 66440 w 214618"/>
                    <a:gd name="connsiteY4" fmla="*/ 238659 h 238659"/>
                    <a:gd name="connsiteX5" fmla="*/ 0 w 214618"/>
                    <a:gd name="connsiteY5" fmla="*/ 238659 h 238659"/>
                    <a:gd name="connsiteX6" fmla="*/ 0 w 214618"/>
                    <a:gd name="connsiteY6" fmla="*/ 4371 h 238659"/>
                    <a:gd name="connsiteX7" fmla="*/ 66440 w 214618"/>
                    <a:gd name="connsiteY7" fmla="*/ 4371 h 238659"/>
                    <a:gd name="connsiteX8" fmla="*/ 66440 w 214618"/>
                    <a:gd name="connsiteY8" fmla="*/ 37591 h 238659"/>
                    <a:gd name="connsiteX9" fmla="*/ 135065 w 214618"/>
                    <a:gd name="connsiteY9" fmla="*/ 0 h 238659"/>
                    <a:gd name="connsiteX10" fmla="*/ 214619 w 214618"/>
                    <a:gd name="connsiteY10" fmla="*/ 86984 h 238659"/>
                    <a:gd name="connsiteX11" fmla="*/ 214619 w 214618"/>
                    <a:gd name="connsiteY11" fmla="*/ 238659 h 238659"/>
                    <a:gd name="connsiteX12" fmla="*/ 148179 w 214618"/>
                    <a:gd name="connsiteY12" fmla="*/ 238659 h 23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3" name="Forma Livre: Forma 232">
                  <a:extLst>
                    <a:ext uri="{FF2B5EF4-FFF2-40B4-BE49-F238E27FC236}">
                      <a16:creationId xmlns:a16="http://schemas.microsoft.com/office/drawing/2014/main" id="{C05CE066-EF9E-9801-443A-E3C81D5E1593}"/>
                    </a:ext>
                  </a:extLst>
                </p:cNvPr>
                <p:cNvSpPr/>
                <p:nvPr/>
              </p:nvSpPr>
              <p:spPr>
                <a:xfrm>
                  <a:off x="9534784" y="935580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34" name="Gráfico 134">
                <a:extLst>
                  <a:ext uri="{FF2B5EF4-FFF2-40B4-BE49-F238E27FC236}">
                    <a16:creationId xmlns:a16="http://schemas.microsoft.com/office/drawing/2014/main" id="{8E17D08C-A252-9CB3-04CE-829ABF4B328E}"/>
                  </a:ext>
                </a:extLst>
              </p:cNvPr>
              <p:cNvGrpSpPr/>
              <p:nvPr/>
            </p:nvGrpSpPr>
            <p:grpSpPr>
              <a:xfrm>
                <a:off x="8986042" y="1258732"/>
                <a:ext cx="1047740" cy="389941"/>
                <a:chOff x="8986042" y="1258732"/>
                <a:chExt cx="1047740" cy="389941"/>
              </a:xfrm>
              <a:solidFill>
                <a:srgbClr val="623889"/>
              </a:solidFill>
            </p:grpSpPr>
            <p:sp>
              <p:nvSpPr>
                <p:cNvPr id="235" name="Forma Livre: Forma 234">
                  <a:extLst>
                    <a:ext uri="{FF2B5EF4-FFF2-40B4-BE49-F238E27FC236}">
                      <a16:creationId xmlns:a16="http://schemas.microsoft.com/office/drawing/2014/main" id="{ED1FA20D-3687-D3E8-B266-A4B7121FC203}"/>
                    </a:ext>
                  </a:extLst>
                </p:cNvPr>
                <p:cNvSpPr/>
                <p:nvPr/>
              </p:nvSpPr>
              <p:spPr>
                <a:xfrm>
                  <a:off x="8986042" y="1258776"/>
                  <a:ext cx="66439" cy="319086"/>
                </a:xfrm>
                <a:custGeom>
                  <a:avLst/>
                  <a:gdLst>
                    <a:gd name="connsiteX0" fmla="*/ 0 w 66439"/>
                    <a:gd name="connsiteY0" fmla="*/ 319087 h 319086"/>
                    <a:gd name="connsiteX1" fmla="*/ 0 w 66439"/>
                    <a:gd name="connsiteY1" fmla="*/ 0 h 319086"/>
                    <a:gd name="connsiteX2" fmla="*/ 66440 w 66439"/>
                    <a:gd name="connsiteY2" fmla="*/ 0 h 319086"/>
                    <a:gd name="connsiteX3" fmla="*/ 66440 w 66439"/>
                    <a:gd name="connsiteY3" fmla="*/ 319087 h 319086"/>
                    <a:gd name="connsiteX4" fmla="*/ 0 w 66439"/>
                    <a:gd name="connsiteY4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6" name="Forma Livre: Forma 235">
                  <a:extLst>
                    <a:ext uri="{FF2B5EF4-FFF2-40B4-BE49-F238E27FC236}">
                      <a16:creationId xmlns:a16="http://schemas.microsoft.com/office/drawing/2014/main" id="{3BBD451D-0906-2E87-6AF8-815B6EB53A59}"/>
                    </a:ext>
                  </a:extLst>
                </p:cNvPr>
                <p:cNvSpPr/>
                <p:nvPr/>
              </p:nvSpPr>
              <p:spPr>
                <a:xfrm>
                  <a:off x="9103623" y="1339203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7" name="Forma Livre: Forma 236">
                  <a:extLst>
                    <a:ext uri="{FF2B5EF4-FFF2-40B4-BE49-F238E27FC236}">
                      <a16:creationId xmlns:a16="http://schemas.microsoft.com/office/drawing/2014/main" id="{B8B5334A-9C9F-6BAE-3439-F60ECF731707}"/>
                    </a:ext>
                  </a:extLst>
                </p:cNvPr>
                <p:cNvSpPr/>
                <p:nvPr/>
              </p:nvSpPr>
              <p:spPr>
                <a:xfrm>
                  <a:off x="9394735" y="1339203"/>
                  <a:ext cx="246090" cy="309470"/>
                </a:xfrm>
                <a:custGeom>
                  <a:avLst/>
                  <a:gdLst>
                    <a:gd name="connsiteX0" fmla="*/ 115396 w 246090"/>
                    <a:gd name="connsiteY0" fmla="*/ 309470 h 309470"/>
                    <a:gd name="connsiteX1" fmla="*/ 11802 w 246090"/>
                    <a:gd name="connsiteY1" fmla="*/ 284992 h 309470"/>
                    <a:gd name="connsiteX2" fmla="*/ 34531 w 246090"/>
                    <a:gd name="connsiteY2" fmla="*/ 235163 h 309470"/>
                    <a:gd name="connsiteX3" fmla="*/ 113647 w 246090"/>
                    <a:gd name="connsiteY3" fmla="*/ 256581 h 309470"/>
                    <a:gd name="connsiteX4" fmla="*/ 180524 w 246090"/>
                    <a:gd name="connsiteY4" fmla="*/ 192763 h 309470"/>
                    <a:gd name="connsiteX5" fmla="*/ 180524 w 246090"/>
                    <a:gd name="connsiteY5" fmla="*/ 181399 h 309470"/>
                    <a:gd name="connsiteX6" fmla="*/ 104031 w 246090"/>
                    <a:gd name="connsiteY6" fmla="*/ 219427 h 309470"/>
                    <a:gd name="connsiteX7" fmla="*/ 0 w 246090"/>
                    <a:gd name="connsiteY7" fmla="*/ 110150 h 309470"/>
                    <a:gd name="connsiteX8" fmla="*/ 0 w 246090"/>
                    <a:gd name="connsiteY8" fmla="*/ 109276 h 309470"/>
                    <a:gd name="connsiteX9" fmla="*/ 104031 w 246090"/>
                    <a:gd name="connsiteY9" fmla="*/ 0 h 309470"/>
                    <a:gd name="connsiteX10" fmla="*/ 179650 w 246090"/>
                    <a:gd name="connsiteY10" fmla="*/ 34968 h 309470"/>
                    <a:gd name="connsiteX11" fmla="*/ 179650 w 246090"/>
                    <a:gd name="connsiteY11" fmla="*/ 4371 h 309470"/>
                    <a:gd name="connsiteX12" fmla="*/ 246090 w 246090"/>
                    <a:gd name="connsiteY12" fmla="*/ 4371 h 309470"/>
                    <a:gd name="connsiteX13" fmla="*/ 246090 w 246090"/>
                    <a:gd name="connsiteY13" fmla="*/ 185770 h 309470"/>
                    <a:gd name="connsiteX14" fmla="*/ 115396 w 246090"/>
                    <a:gd name="connsiteY14" fmla="*/ 309470 h 309470"/>
                    <a:gd name="connsiteX15" fmla="*/ 180524 w 246090"/>
                    <a:gd name="connsiteY15" fmla="*/ 109276 h 309470"/>
                    <a:gd name="connsiteX16" fmla="*/ 123264 w 246090"/>
                    <a:gd name="connsiteY16" fmla="*/ 55075 h 309470"/>
                    <a:gd name="connsiteX17" fmla="*/ 66440 w 246090"/>
                    <a:gd name="connsiteY17" fmla="*/ 109276 h 309470"/>
                    <a:gd name="connsiteX18" fmla="*/ 66440 w 246090"/>
                    <a:gd name="connsiteY18" fmla="*/ 110150 h 309470"/>
                    <a:gd name="connsiteX19" fmla="*/ 123264 w 246090"/>
                    <a:gd name="connsiteY19" fmla="*/ 164352 h 309470"/>
                    <a:gd name="connsiteX20" fmla="*/ 180524 w 246090"/>
                    <a:gd name="connsiteY20" fmla="*/ 110150 h 309470"/>
                    <a:gd name="connsiteX21" fmla="*/ 180524 w 246090"/>
                    <a:gd name="connsiteY21" fmla="*/ 109276 h 309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8" name="Forma Livre: Forma 237">
                  <a:extLst>
                    <a:ext uri="{FF2B5EF4-FFF2-40B4-BE49-F238E27FC236}">
                      <a16:creationId xmlns:a16="http://schemas.microsoft.com/office/drawing/2014/main" id="{E619E73C-AF72-BAAD-9072-55933BD8C4E2}"/>
                    </a:ext>
                  </a:extLst>
                </p:cNvPr>
                <p:cNvSpPr/>
                <p:nvPr/>
              </p:nvSpPr>
              <p:spPr>
                <a:xfrm>
                  <a:off x="9701583" y="1258732"/>
                  <a:ext cx="69936" cy="319086"/>
                </a:xfrm>
                <a:custGeom>
                  <a:avLst/>
                  <a:gdLst>
                    <a:gd name="connsiteX0" fmla="*/ 0 w 69936"/>
                    <a:gd name="connsiteY0" fmla="*/ 59009 h 319086"/>
                    <a:gd name="connsiteX1" fmla="*/ 0 w 69936"/>
                    <a:gd name="connsiteY1" fmla="*/ 0 h 319086"/>
                    <a:gd name="connsiteX2" fmla="*/ 69937 w 69936"/>
                    <a:gd name="connsiteY2" fmla="*/ 0 h 319086"/>
                    <a:gd name="connsiteX3" fmla="*/ 69937 w 69936"/>
                    <a:gd name="connsiteY3" fmla="*/ 59009 h 319086"/>
                    <a:gd name="connsiteX4" fmla="*/ 0 w 69936"/>
                    <a:gd name="connsiteY4" fmla="*/ 59009 h 319086"/>
                    <a:gd name="connsiteX5" fmla="*/ 1748 w 69936"/>
                    <a:gd name="connsiteY5" fmla="*/ 319087 h 319086"/>
                    <a:gd name="connsiteX6" fmla="*/ 1748 w 69936"/>
                    <a:gd name="connsiteY6" fmla="*/ 84798 h 319086"/>
                    <a:gd name="connsiteX7" fmla="*/ 68188 w 69936"/>
                    <a:gd name="connsiteY7" fmla="*/ 84798 h 319086"/>
                    <a:gd name="connsiteX8" fmla="*/ 68188 w 69936"/>
                    <a:gd name="connsiteY8" fmla="*/ 319087 h 319086"/>
                    <a:gd name="connsiteX9" fmla="*/ 1748 w 69936"/>
                    <a:gd name="connsiteY9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9" name="Forma Livre: Forma 238">
                  <a:extLst>
                    <a:ext uri="{FF2B5EF4-FFF2-40B4-BE49-F238E27FC236}">
                      <a16:creationId xmlns:a16="http://schemas.microsoft.com/office/drawing/2014/main" id="{60AA021B-A5B7-BF79-8995-D522F1625642}"/>
                    </a:ext>
                  </a:extLst>
                </p:cNvPr>
                <p:cNvSpPr/>
                <p:nvPr/>
              </p:nvSpPr>
              <p:spPr>
                <a:xfrm>
                  <a:off x="9818290" y="1340951"/>
                  <a:ext cx="215492" cy="241281"/>
                </a:xfrm>
                <a:custGeom>
                  <a:avLst/>
                  <a:gdLst>
                    <a:gd name="connsiteX0" fmla="*/ 151238 w 215492"/>
                    <a:gd name="connsiteY0" fmla="*/ 236911 h 241281"/>
                    <a:gd name="connsiteX1" fmla="*/ 151238 w 215492"/>
                    <a:gd name="connsiteY1" fmla="*/ 211559 h 241281"/>
                    <a:gd name="connsiteX2" fmla="*/ 80427 w 215492"/>
                    <a:gd name="connsiteY2" fmla="*/ 241282 h 241281"/>
                    <a:gd name="connsiteX3" fmla="*/ 0 w 215492"/>
                    <a:gd name="connsiteY3" fmla="*/ 169597 h 241281"/>
                    <a:gd name="connsiteX4" fmla="*/ 0 w 215492"/>
                    <a:gd name="connsiteY4" fmla="*/ 168723 h 241281"/>
                    <a:gd name="connsiteX5" fmla="*/ 94415 w 215492"/>
                    <a:gd name="connsiteY5" fmla="*/ 93978 h 241281"/>
                    <a:gd name="connsiteX6" fmla="*/ 151676 w 215492"/>
                    <a:gd name="connsiteY6" fmla="*/ 103594 h 241281"/>
                    <a:gd name="connsiteX7" fmla="*/ 151676 w 215492"/>
                    <a:gd name="connsiteY7" fmla="*/ 99660 h 241281"/>
                    <a:gd name="connsiteX8" fmla="*/ 101408 w 215492"/>
                    <a:gd name="connsiteY8" fmla="*/ 56824 h 241281"/>
                    <a:gd name="connsiteX9" fmla="*/ 36717 w 215492"/>
                    <a:gd name="connsiteY9" fmla="*/ 69500 h 241281"/>
                    <a:gd name="connsiteX10" fmla="*/ 20107 w 215492"/>
                    <a:gd name="connsiteY10" fmla="*/ 18795 h 241281"/>
                    <a:gd name="connsiteX11" fmla="*/ 111025 w 215492"/>
                    <a:gd name="connsiteY11" fmla="*/ 0 h 241281"/>
                    <a:gd name="connsiteX12" fmla="*/ 215493 w 215492"/>
                    <a:gd name="connsiteY12" fmla="*/ 100971 h 241281"/>
                    <a:gd name="connsiteX13" fmla="*/ 215493 w 215492"/>
                    <a:gd name="connsiteY13" fmla="*/ 236911 h 241281"/>
                    <a:gd name="connsiteX14" fmla="*/ 151238 w 215492"/>
                    <a:gd name="connsiteY14" fmla="*/ 236911 h 241281"/>
                    <a:gd name="connsiteX15" fmla="*/ 152550 w 215492"/>
                    <a:gd name="connsiteY15" fmla="*/ 142496 h 241281"/>
                    <a:gd name="connsiteX16" fmla="*/ 110151 w 215492"/>
                    <a:gd name="connsiteY16" fmla="*/ 133754 h 241281"/>
                    <a:gd name="connsiteX17" fmla="*/ 64254 w 215492"/>
                    <a:gd name="connsiteY17" fmla="*/ 166100 h 241281"/>
                    <a:gd name="connsiteX18" fmla="*/ 64254 w 215492"/>
                    <a:gd name="connsiteY18" fmla="*/ 166974 h 241281"/>
                    <a:gd name="connsiteX19" fmla="*/ 100534 w 215492"/>
                    <a:gd name="connsiteY19" fmla="*/ 195386 h 241281"/>
                    <a:gd name="connsiteX20" fmla="*/ 152550 w 215492"/>
                    <a:gd name="connsiteY20" fmla="*/ 154298 h 241281"/>
                    <a:gd name="connsiteX21" fmla="*/ 152550 w 215492"/>
                    <a:gd name="connsiteY21" fmla="*/ 142496 h 241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40" name="Gráfico 134">
              <a:extLst>
                <a:ext uri="{FF2B5EF4-FFF2-40B4-BE49-F238E27FC236}">
                  <a16:creationId xmlns:a16="http://schemas.microsoft.com/office/drawing/2014/main" id="{61A87AE1-813D-A330-CF63-3898FF2D79D4}"/>
                </a:ext>
              </a:extLst>
            </p:cNvPr>
            <p:cNvGrpSpPr/>
            <p:nvPr/>
          </p:nvGrpSpPr>
          <p:grpSpPr>
            <a:xfrm>
              <a:off x="8651394" y="603512"/>
              <a:ext cx="609543" cy="152549"/>
              <a:chOff x="8651394" y="603512"/>
              <a:chExt cx="609543" cy="152549"/>
            </a:xfrm>
            <a:solidFill>
              <a:srgbClr val="292454"/>
            </a:solidFill>
          </p:grpSpPr>
          <p:sp>
            <p:nvSpPr>
              <p:cNvPr id="241" name="Forma Livre: Forma 240">
                <a:extLst>
                  <a:ext uri="{FF2B5EF4-FFF2-40B4-BE49-F238E27FC236}">
                    <a16:creationId xmlns:a16="http://schemas.microsoft.com/office/drawing/2014/main" id="{BC93BDA4-33E6-65CE-BD78-8E813C857D98}"/>
                  </a:ext>
                </a:extLst>
              </p:cNvPr>
              <p:cNvSpPr/>
              <p:nvPr/>
            </p:nvSpPr>
            <p:spPr>
              <a:xfrm>
                <a:off x="9165430" y="609587"/>
                <a:ext cx="95507" cy="145774"/>
              </a:xfrm>
              <a:custGeom>
                <a:avLst/>
                <a:gdLst>
                  <a:gd name="connsiteX0" fmla="*/ 95507 w 95507"/>
                  <a:gd name="connsiteY0" fmla="*/ 116663 h 145774"/>
                  <a:gd name="connsiteX1" fmla="*/ 93409 w 95507"/>
                  <a:gd name="connsiteY1" fmla="*/ 116663 h 145774"/>
                  <a:gd name="connsiteX2" fmla="*/ 43798 w 95507"/>
                  <a:gd name="connsiteY2" fmla="*/ 72865 h 145774"/>
                  <a:gd name="connsiteX3" fmla="*/ 43798 w 95507"/>
                  <a:gd name="connsiteY3" fmla="*/ 72297 h 145774"/>
                  <a:gd name="connsiteX4" fmla="*/ 91355 w 95507"/>
                  <a:gd name="connsiteY4" fmla="*/ 29024 h 145774"/>
                  <a:gd name="connsiteX5" fmla="*/ 95507 w 95507"/>
                  <a:gd name="connsiteY5" fmla="*/ 29155 h 145774"/>
                  <a:gd name="connsiteX6" fmla="*/ 95507 w 95507"/>
                  <a:gd name="connsiteY6" fmla="*/ 44 h 145774"/>
                  <a:gd name="connsiteX7" fmla="*/ 91705 w 95507"/>
                  <a:gd name="connsiteY7" fmla="*/ 0 h 145774"/>
                  <a:gd name="connsiteX8" fmla="*/ 0 w 95507"/>
                  <a:gd name="connsiteY8" fmla="*/ 72909 h 145774"/>
                  <a:gd name="connsiteX9" fmla="*/ 0 w 95507"/>
                  <a:gd name="connsiteY9" fmla="*/ 73434 h 145774"/>
                  <a:gd name="connsiteX10" fmla="*/ 91005 w 95507"/>
                  <a:gd name="connsiteY10" fmla="*/ 145775 h 145774"/>
                  <a:gd name="connsiteX11" fmla="*/ 95464 w 95507"/>
                  <a:gd name="connsiteY11" fmla="*/ 145687 h 145774"/>
                  <a:gd name="connsiteX12" fmla="*/ 95464 w 95507"/>
                  <a:gd name="connsiteY12" fmla="*/ 116620 h 145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2" name="Forma Livre: Forma 241">
                <a:extLst>
                  <a:ext uri="{FF2B5EF4-FFF2-40B4-BE49-F238E27FC236}">
                    <a16:creationId xmlns:a16="http://schemas.microsoft.com/office/drawing/2014/main" id="{F07868C1-FCC2-4B9E-FB1B-F3934C85565F}"/>
                  </a:ext>
                </a:extLst>
              </p:cNvPr>
              <p:cNvSpPr/>
              <p:nvPr/>
            </p:nvSpPr>
            <p:spPr>
              <a:xfrm>
                <a:off x="8651394" y="603512"/>
                <a:ext cx="137862" cy="152549"/>
              </a:xfrm>
              <a:custGeom>
                <a:avLst/>
                <a:gdLst>
                  <a:gd name="connsiteX0" fmla="*/ 81302 w 137862"/>
                  <a:gd name="connsiteY0" fmla="*/ 61632 h 152549"/>
                  <a:gd name="connsiteX1" fmla="*/ 46115 w 137862"/>
                  <a:gd name="connsiteY1" fmla="*/ 42137 h 152549"/>
                  <a:gd name="connsiteX2" fmla="*/ 46115 w 137862"/>
                  <a:gd name="connsiteY2" fmla="*/ 41700 h 152549"/>
                  <a:gd name="connsiteX3" fmla="*/ 69063 w 137862"/>
                  <a:gd name="connsiteY3" fmla="*/ 28805 h 152549"/>
                  <a:gd name="connsiteX4" fmla="*/ 93759 w 137862"/>
                  <a:gd name="connsiteY4" fmla="*/ 33482 h 152549"/>
                  <a:gd name="connsiteX5" fmla="*/ 93759 w 137862"/>
                  <a:gd name="connsiteY5" fmla="*/ 2448 h 152549"/>
                  <a:gd name="connsiteX6" fmla="*/ 69587 w 137862"/>
                  <a:gd name="connsiteY6" fmla="*/ 0 h 152549"/>
                  <a:gd name="connsiteX7" fmla="*/ 7169 w 137862"/>
                  <a:gd name="connsiteY7" fmla="*/ 44716 h 152549"/>
                  <a:gd name="connsiteX8" fmla="*/ 7169 w 137862"/>
                  <a:gd name="connsiteY8" fmla="*/ 45109 h 152549"/>
                  <a:gd name="connsiteX9" fmla="*/ 66265 w 137862"/>
                  <a:gd name="connsiteY9" fmla="*/ 90437 h 152549"/>
                  <a:gd name="connsiteX10" fmla="*/ 98873 w 137862"/>
                  <a:gd name="connsiteY10" fmla="*/ 109320 h 152549"/>
                  <a:gd name="connsiteX11" fmla="*/ 98873 w 137862"/>
                  <a:gd name="connsiteY11" fmla="*/ 109757 h 152549"/>
                  <a:gd name="connsiteX12" fmla="*/ 73128 w 137862"/>
                  <a:gd name="connsiteY12" fmla="*/ 123744 h 152549"/>
                  <a:gd name="connsiteX13" fmla="*/ 23210 w 137862"/>
                  <a:gd name="connsiteY13" fmla="*/ 105736 h 152549"/>
                  <a:gd name="connsiteX14" fmla="*/ 0 w 137862"/>
                  <a:gd name="connsiteY14" fmla="*/ 128815 h 152549"/>
                  <a:gd name="connsiteX15" fmla="*/ 72385 w 137862"/>
                  <a:gd name="connsiteY15" fmla="*/ 152550 h 152549"/>
                  <a:gd name="connsiteX16" fmla="*/ 137863 w 137862"/>
                  <a:gd name="connsiteY16" fmla="*/ 106566 h 152549"/>
                  <a:gd name="connsiteX17" fmla="*/ 137863 w 137862"/>
                  <a:gd name="connsiteY17" fmla="*/ 106129 h 152549"/>
                  <a:gd name="connsiteX18" fmla="*/ 81302 w 137862"/>
                  <a:gd name="connsiteY18" fmla="*/ 61632 h 152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3" name="Forma Livre: Forma 242">
                <a:extLst>
                  <a:ext uri="{FF2B5EF4-FFF2-40B4-BE49-F238E27FC236}">
                    <a16:creationId xmlns:a16="http://schemas.microsoft.com/office/drawing/2014/main" id="{1B723F92-C53F-648A-3905-1BE49169789B}"/>
                  </a:ext>
                </a:extLst>
              </p:cNvPr>
              <p:cNvSpPr/>
              <p:nvPr/>
            </p:nvSpPr>
            <p:spPr>
              <a:xfrm>
                <a:off x="8784362" y="624711"/>
                <a:ext cx="134016" cy="126585"/>
              </a:xfrm>
              <a:custGeom>
                <a:avLst/>
                <a:gdLst>
                  <a:gd name="connsiteX0" fmla="*/ 38203 w 134016"/>
                  <a:gd name="connsiteY0" fmla="*/ 53589 h 126585"/>
                  <a:gd name="connsiteX1" fmla="*/ 67970 w 134016"/>
                  <a:gd name="connsiteY1" fmla="*/ 27712 h 126585"/>
                  <a:gd name="connsiteX2" fmla="*/ 96950 w 134016"/>
                  <a:gd name="connsiteY2" fmla="*/ 53589 h 126585"/>
                  <a:gd name="connsiteX3" fmla="*/ 38203 w 134016"/>
                  <a:gd name="connsiteY3" fmla="*/ 53589 h 126585"/>
                  <a:gd name="connsiteX4" fmla="*/ 67970 w 134016"/>
                  <a:gd name="connsiteY4" fmla="*/ 44 h 126585"/>
                  <a:gd name="connsiteX5" fmla="*/ 0 w 134016"/>
                  <a:gd name="connsiteY5" fmla="*/ 63337 h 126585"/>
                  <a:gd name="connsiteX6" fmla="*/ 0 w 134016"/>
                  <a:gd name="connsiteY6" fmla="*/ 63774 h 126585"/>
                  <a:gd name="connsiteX7" fmla="*/ 71816 w 134016"/>
                  <a:gd name="connsiteY7" fmla="*/ 126586 h 126585"/>
                  <a:gd name="connsiteX8" fmla="*/ 78023 w 134016"/>
                  <a:gd name="connsiteY8" fmla="*/ 126411 h 126585"/>
                  <a:gd name="connsiteX9" fmla="*/ 78023 w 134016"/>
                  <a:gd name="connsiteY9" fmla="*/ 98698 h 126585"/>
                  <a:gd name="connsiteX10" fmla="*/ 72297 w 134016"/>
                  <a:gd name="connsiteY10" fmla="*/ 98917 h 126585"/>
                  <a:gd name="connsiteX11" fmla="*/ 38684 w 134016"/>
                  <a:gd name="connsiteY11" fmla="*/ 75095 h 126585"/>
                  <a:gd name="connsiteX12" fmla="*/ 133536 w 134016"/>
                  <a:gd name="connsiteY12" fmla="*/ 75095 h 126585"/>
                  <a:gd name="connsiteX13" fmla="*/ 134016 w 134016"/>
                  <a:gd name="connsiteY13" fmla="*/ 66440 h 126585"/>
                  <a:gd name="connsiteX14" fmla="*/ 134016 w 134016"/>
                  <a:gd name="connsiteY14" fmla="*/ 66003 h 126585"/>
                  <a:gd name="connsiteX15" fmla="*/ 67926 w 134016"/>
                  <a:gd name="connsiteY15" fmla="*/ 0 h 126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4" name="Forma Livre: Forma 243">
                <a:extLst>
                  <a:ext uri="{FF2B5EF4-FFF2-40B4-BE49-F238E27FC236}">
                    <a16:creationId xmlns:a16="http://schemas.microsoft.com/office/drawing/2014/main" id="{E12AFD13-C567-4D52-2F23-AC98360EBBBF}"/>
                  </a:ext>
                </a:extLst>
              </p:cNvPr>
              <p:cNvSpPr/>
              <p:nvPr/>
            </p:nvSpPr>
            <p:spPr>
              <a:xfrm>
                <a:off x="8916761" y="626110"/>
                <a:ext cx="125361" cy="122957"/>
              </a:xfrm>
              <a:custGeom>
                <a:avLst/>
                <a:gdLst>
                  <a:gd name="connsiteX0" fmla="*/ 125362 w 125361"/>
                  <a:gd name="connsiteY0" fmla="*/ 58572 h 122957"/>
                  <a:gd name="connsiteX1" fmla="*/ 62725 w 125361"/>
                  <a:gd name="connsiteY1" fmla="*/ 0 h 122957"/>
                  <a:gd name="connsiteX2" fmla="*/ 0 w 125361"/>
                  <a:gd name="connsiteY2" fmla="*/ 58572 h 122957"/>
                  <a:gd name="connsiteX3" fmla="*/ 0 w 125361"/>
                  <a:gd name="connsiteY3" fmla="*/ 122958 h 122957"/>
                  <a:gd name="connsiteX4" fmla="*/ 39427 w 125361"/>
                  <a:gd name="connsiteY4" fmla="*/ 122958 h 122957"/>
                  <a:gd name="connsiteX5" fmla="*/ 39427 w 125361"/>
                  <a:gd name="connsiteY5" fmla="*/ 56212 h 122957"/>
                  <a:gd name="connsiteX6" fmla="*/ 62725 w 125361"/>
                  <a:gd name="connsiteY6" fmla="*/ 29679 h 122957"/>
                  <a:gd name="connsiteX7" fmla="*/ 86328 w 125361"/>
                  <a:gd name="connsiteY7" fmla="*/ 56212 h 122957"/>
                  <a:gd name="connsiteX8" fmla="*/ 86328 w 125361"/>
                  <a:gd name="connsiteY8" fmla="*/ 122958 h 122957"/>
                  <a:gd name="connsiteX9" fmla="*/ 125362 w 125361"/>
                  <a:gd name="connsiteY9" fmla="*/ 122958 h 122957"/>
                  <a:gd name="connsiteX10" fmla="*/ 125362 w 125361"/>
                  <a:gd name="connsiteY10" fmla="*/ 58572 h 12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5" name="Forma Livre: Forma 244">
                <a:extLst>
                  <a:ext uri="{FF2B5EF4-FFF2-40B4-BE49-F238E27FC236}">
                    <a16:creationId xmlns:a16="http://schemas.microsoft.com/office/drawing/2014/main" id="{E708DCAD-C8AC-37CA-7C9A-76EF71250BAB}"/>
                  </a:ext>
                </a:extLst>
              </p:cNvPr>
              <p:cNvSpPr/>
              <p:nvPr/>
            </p:nvSpPr>
            <p:spPr>
              <a:xfrm>
                <a:off x="9041030" y="625454"/>
                <a:ext cx="126454" cy="125230"/>
              </a:xfrm>
              <a:custGeom>
                <a:avLst/>
                <a:gdLst>
                  <a:gd name="connsiteX0" fmla="*/ 65172 w 126454"/>
                  <a:gd name="connsiteY0" fmla="*/ 0 h 125230"/>
                  <a:gd name="connsiteX1" fmla="*/ 55862 w 126454"/>
                  <a:gd name="connsiteY1" fmla="*/ 87 h 125230"/>
                  <a:gd name="connsiteX2" fmla="*/ 55862 w 126454"/>
                  <a:gd name="connsiteY2" fmla="*/ 29505 h 125230"/>
                  <a:gd name="connsiteX3" fmla="*/ 78504 w 126454"/>
                  <a:gd name="connsiteY3" fmla="*/ 33307 h 125230"/>
                  <a:gd name="connsiteX4" fmla="*/ 88995 w 126454"/>
                  <a:gd name="connsiteY4" fmla="*/ 51098 h 125230"/>
                  <a:gd name="connsiteX5" fmla="*/ 60058 w 126454"/>
                  <a:gd name="connsiteY5" fmla="*/ 49043 h 125230"/>
                  <a:gd name="connsiteX6" fmla="*/ 743 w 126454"/>
                  <a:gd name="connsiteY6" fmla="*/ 80078 h 125230"/>
                  <a:gd name="connsiteX7" fmla="*/ 525 w 126454"/>
                  <a:gd name="connsiteY7" fmla="*/ 81214 h 125230"/>
                  <a:gd name="connsiteX8" fmla="*/ 481 w 126454"/>
                  <a:gd name="connsiteY8" fmla="*/ 81608 h 125230"/>
                  <a:gd name="connsiteX9" fmla="*/ 0 w 126454"/>
                  <a:gd name="connsiteY9" fmla="*/ 87552 h 125230"/>
                  <a:gd name="connsiteX10" fmla="*/ 0 w 126454"/>
                  <a:gd name="connsiteY10" fmla="*/ 87989 h 125230"/>
                  <a:gd name="connsiteX11" fmla="*/ 47164 w 126454"/>
                  <a:gd name="connsiteY11" fmla="*/ 125231 h 125230"/>
                  <a:gd name="connsiteX12" fmla="*/ 88732 w 126454"/>
                  <a:gd name="connsiteY12" fmla="*/ 109801 h 125230"/>
                  <a:gd name="connsiteX13" fmla="*/ 88732 w 126454"/>
                  <a:gd name="connsiteY13" fmla="*/ 123832 h 125230"/>
                  <a:gd name="connsiteX14" fmla="*/ 126454 w 126454"/>
                  <a:gd name="connsiteY14" fmla="*/ 123832 h 125230"/>
                  <a:gd name="connsiteX15" fmla="*/ 126454 w 126454"/>
                  <a:gd name="connsiteY15" fmla="*/ 52453 h 125230"/>
                  <a:gd name="connsiteX16" fmla="*/ 65172 w 126454"/>
                  <a:gd name="connsiteY16" fmla="*/ 87 h 125230"/>
                  <a:gd name="connsiteX17" fmla="*/ 89126 w 126454"/>
                  <a:gd name="connsiteY17" fmla="*/ 80471 h 125230"/>
                  <a:gd name="connsiteX18" fmla="*/ 63205 w 126454"/>
                  <a:gd name="connsiteY18" fmla="*/ 101146 h 125230"/>
                  <a:gd name="connsiteX19" fmla="*/ 42443 w 126454"/>
                  <a:gd name="connsiteY19" fmla="*/ 76231 h 125230"/>
                  <a:gd name="connsiteX20" fmla="*/ 89213 w 126454"/>
                  <a:gd name="connsiteY20" fmla="*/ 72603 h 125230"/>
                  <a:gd name="connsiteX21" fmla="*/ 89082 w 126454"/>
                  <a:gd name="connsiteY21" fmla="*/ 80471 h 12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51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_começ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000E0BB-11B5-B282-FD92-189926589E0C}"/>
              </a:ext>
            </a:extLst>
          </p:cNvPr>
          <p:cNvSpPr/>
          <p:nvPr/>
        </p:nvSpPr>
        <p:spPr>
          <a:xfrm>
            <a:off x="-183169" y="-89492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AC30478-C21E-D652-4573-AD851A47CEBC}"/>
              </a:ext>
            </a:extLst>
          </p:cNvPr>
          <p:cNvSpPr/>
          <p:nvPr/>
        </p:nvSpPr>
        <p:spPr>
          <a:xfrm>
            <a:off x="-183169" y="2396011"/>
            <a:ext cx="2747136" cy="4578560"/>
          </a:xfrm>
          <a:custGeom>
            <a:avLst/>
            <a:gdLst>
              <a:gd name="connsiteX0" fmla="*/ 0 w 2747136"/>
              <a:gd name="connsiteY0" fmla="*/ 0 h 4578560"/>
              <a:gd name="connsiteX1" fmla="*/ 2747137 w 2747136"/>
              <a:gd name="connsiteY1" fmla="*/ 0 h 4578560"/>
              <a:gd name="connsiteX2" fmla="*/ 2747137 w 2747136"/>
              <a:gd name="connsiteY2" fmla="*/ 4578561 h 4578560"/>
              <a:gd name="connsiteX3" fmla="*/ 0 w 2747136"/>
              <a:gd name="connsiteY3" fmla="*/ 4578561 h 457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1CFDF4A9-512D-C2C1-E71E-BA206EAAF6D4}"/>
              </a:ext>
            </a:extLst>
          </p:cNvPr>
          <p:cNvSpPr/>
          <p:nvPr/>
        </p:nvSpPr>
        <p:spPr>
          <a:xfrm>
            <a:off x="88900" y="-102836"/>
            <a:ext cx="9539131" cy="7064064"/>
          </a:xfrm>
          <a:custGeom>
            <a:avLst/>
            <a:gdLst>
              <a:gd name="connsiteX0" fmla="*/ 0 w 9378396"/>
              <a:gd name="connsiteY0" fmla="*/ 0 h 7064064"/>
              <a:gd name="connsiteX1" fmla="*/ 9378397 w 9378396"/>
              <a:gd name="connsiteY1" fmla="*/ 0 h 7064064"/>
              <a:gd name="connsiteX2" fmla="*/ 9378397 w 9378396"/>
              <a:gd name="connsiteY2" fmla="*/ 7064065 h 7064064"/>
              <a:gd name="connsiteX3" fmla="*/ 0 w 937839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C40C0E70-72B4-29DB-BF0E-8FA92D8FF98C}"/>
              </a:ext>
            </a:extLst>
          </p:cNvPr>
          <p:cNvSpPr/>
          <p:nvPr/>
        </p:nvSpPr>
        <p:spPr>
          <a:xfrm rot="10800000">
            <a:off x="9628032" y="-89558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6C81B75-D4F4-EE21-C8DA-42EC813EC023}"/>
              </a:ext>
            </a:extLst>
          </p:cNvPr>
          <p:cNvSpPr/>
          <p:nvPr/>
        </p:nvSpPr>
        <p:spPr>
          <a:xfrm rot="10800000">
            <a:off x="9628032" y="-89558"/>
            <a:ext cx="2747136" cy="4578102"/>
          </a:xfrm>
          <a:custGeom>
            <a:avLst/>
            <a:gdLst>
              <a:gd name="connsiteX0" fmla="*/ 0 w 2747136"/>
              <a:gd name="connsiteY0" fmla="*/ 0 h 4578102"/>
              <a:gd name="connsiteX1" fmla="*/ 2747137 w 2747136"/>
              <a:gd name="connsiteY1" fmla="*/ 0 h 4578102"/>
              <a:gd name="connsiteX2" fmla="*/ 2747137 w 2747136"/>
              <a:gd name="connsiteY2" fmla="*/ 4578103 h 4578102"/>
              <a:gd name="connsiteX3" fmla="*/ 0 w 2747136"/>
              <a:gd name="connsiteY3" fmla="*/ 4578103 h 457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EB3E4AD-9C28-5A98-ACA5-0EAC3503D9A2}"/>
              </a:ext>
            </a:extLst>
          </p:cNvPr>
          <p:cNvSpPr/>
          <p:nvPr/>
        </p:nvSpPr>
        <p:spPr>
          <a:xfrm>
            <a:off x="8813833" y="1191130"/>
            <a:ext cx="1766016" cy="1766016"/>
          </a:xfrm>
          <a:custGeom>
            <a:avLst/>
            <a:gdLst>
              <a:gd name="connsiteX0" fmla="*/ 0 w 1766016"/>
              <a:gd name="connsiteY0" fmla="*/ 0 h 1766016"/>
              <a:gd name="connsiteX1" fmla="*/ 1766016 w 1766016"/>
              <a:gd name="connsiteY1" fmla="*/ 0 h 1766016"/>
              <a:gd name="connsiteX2" fmla="*/ 1766016 w 1766016"/>
              <a:gd name="connsiteY2" fmla="*/ 1766016 h 1766016"/>
              <a:gd name="connsiteX3" fmla="*/ 0 w 1766016"/>
              <a:gd name="connsiteY3" fmla="*/ 1766016 h 176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36CDBE39-1DAF-2280-94DF-43E5F08BB19D}"/>
              </a:ext>
            </a:extLst>
          </p:cNvPr>
          <p:cNvSpPr/>
          <p:nvPr/>
        </p:nvSpPr>
        <p:spPr>
          <a:xfrm>
            <a:off x="10736436" y="-116114"/>
            <a:ext cx="1262571" cy="7064064"/>
          </a:xfrm>
          <a:custGeom>
            <a:avLst/>
            <a:gdLst>
              <a:gd name="connsiteX0" fmla="*/ 0 w 1262571"/>
              <a:gd name="connsiteY0" fmla="*/ 0 h 7064064"/>
              <a:gd name="connsiteX1" fmla="*/ 0 w 1262571"/>
              <a:gd name="connsiteY1" fmla="*/ 523264 h 7064064"/>
              <a:gd name="connsiteX2" fmla="*/ 420836 w 1262571"/>
              <a:gd name="connsiteY2" fmla="*/ 523264 h 7064064"/>
              <a:gd name="connsiteX3" fmla="*/ 420836 w 1262571"/>
              <a:gd name="connsiteY3" fmla="*/ 1177344 h 7064064"/>
              <a:gd name="connsiteX4" fmla="*/ 931869 w 1262571"/>
              <a:gd name="connsiteY4" fmla="*/ 1177344 h 7064064"/>
              <a:gd name="connsiteX5" fmla="*/ 931869 w 1262571"/>
              <a:gd name="connsiteY5" fmla="*/ 2190253 h 7064064"/>
              <a:gd name="connsiteX6" fmla="*/ 1262571 w 1262571"/>
              <a:gd name="connsiteY6" fmla="*/ 2190253 h 7064064"/>
              <a:gd name="connsiteX7" fmla="*/ 1262571 w 1262571"/>
              <a:gd name="connsiteY7" fmla="*/ 6693856 h 7064064"/>
              <a:gd name="connsiteX8" fmla="*/ 931869 w 1262571"/>
              <a:gd name="connsiteY8" fmla="*/ 6693856 h 7064064"/>
              <a:gd name="connsiteX9" fmla="*/ 931869 w 1262571"/>
              <a:gd name="connsiteY9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7A886BEC-1884-850A-A4AC-164A74335F16}"/>
              </a:ext>
            </a:extLst>
          </p:cNvPr>
          <p:cNvSpPr/>
          <p:nvPr/>
        </p:nvSpPr>
        <p:spPr>
          <a:xfrm>
            <a:off x="7870780" y="-89492"/>
            <a:ext cx="3130820" cy="7037443"/>
          </a:xfrm>
          <a:custGeom>
            <a:avLst/>
            <a:gdLst>
              <a:gd name="connsiteX0" fmla="*/ 3130820 w 3130820"/>
              <a:gd name="connsiteY0" fmla="*/ 7037444 h 7037443"/>
              <a:gd name="connsiteX1" fmla="*/ 3130820 w 3130820"/>
              <a:gd name="connsiteY1" fmla="*/ 6652191 h 7037443"/>
              <a:gd name="connsiteX2" fmla="*/ 2709069 w 3130820"/>
              <a:gd name="connsiteY2" fmla="*/ 6652191 h 7037443"/>
              <a:gd name="connsiteX3" fmla="*/ 2709069 w 3130820"/>
              <a:gd name="connsiteY3" fmla="*/ 3666250 h 7037443"/>
              <a:gd name="connsiteX4" fmla="*/ 0 w 3130820"/>
              <a:gd name="connsiteY4" fmla="*/ 3666250 h 7037443"/>
              <a:gd name="connsiteX5" fmla="*/ 0 w 3130820"/>
              <a:gd name="connsiteY5" fmla="*/ 2163632 h 7037443"/>
              <a:gd name="connsiteX6" fmla="*/ 561070 w 3130820"/>
              <a:gd name="connsiteY6" fmla="*/ 2163632 h 7037443"/>
              <a:gd name="connsiteX7" fmla="*/ 561070 w 3130820"/>
              <a:gd name="connsiteY7" fmla="*/ 0 h 703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7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e da aula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áfico 26">
            <a:extLst>
              <a:ext uri="{FF2B5EF4-FFF2-40B4-BE49-F238E27FC236}">
                <a16:creationId xmlns:a16="http://schemas.microsoft.com/office/drawing/2014/main" id="{4EEAB8EC-41E9-418E-06D7-C468AEFCC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7911" y="5732735"/>
            <a:ext cx="2940855" cy="671834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A4375E71-B496-9AE3-025F-0781714AEE2C}"/>
              </a:ext>
            </a:extLst>
          </p:cNvPr>
          <p:cNvSpPr/>
          <p:nvPr userDrawn="1"/>
        </p:nvSpPr>
        <p:spPr>
          <a:xfrm>
            <a:off x="1918357" y="2636024"/>
            <a:ext cx="926956" cy="926956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335409-8925-D01A-3DC8-2E68513DA536}"/>
              </a:ext>
            </a:extLst>
          </p:cNvPr>
          <p:cNvSpPr/>
          <p:nvPr userDrawn="1"/>
        </p:nvSpPr>
        <p:spPr>
          <a:xfrm rot="10800000">
            <a:off x="9967627" y="-476250"/>
            <a:ext cx="295781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DCD4140-7217-BF23-B0BB-2B532611C283}"/>
              </a:ext>
            </a:extLst>
          </p:cNvPr>
          <p:cNvSpPr/>
          <p:nvPr userDrawn="1"/>
        </p:nvSpPr>
        <p:spPr>
          <a:xfrm>
            <a:off x="-187929" y="-628650"/>
            <a:ext cx="781050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75AC31E-6291-2977-EB05-DEE7765D6DA4}"/>
              </a:ext>
            </a:extLst>
          </p:cNvPr>
          <p:cNvSpPr/>
          <p:nvPr userDrawn="1"/>
        </p:nvSpPr>
        <p:spPr>
          <a:xfrm rot="10800000">
            <a:off x="9983290" y="-405175"/>
            <a:ext cx="2957810" cy="282758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49A3AAD-C5E3-587B-BCD2-D164D1A377C2}"/>
              </a:ext>
            </a:extLst>
          </p:cNvPr>
          <p:cNvSpPr/>
          <p:nvPr/>
        </p:nvSpPr>
        <p:spPr>
          <a:xfrm>
            <a:off x="564787" y="5270500"/>
            <a:ext cx="1467213" cy="1625422"/>
          </a:xfrm>
          <a:custGeom>
            <a:avLst/>
            <a:gdLst>
              <a:gd name="connsiteX0" fmla="*/ 0 w 2251429"/>
              <a:gd name="connsiteY0" fmla="*/ 0 h 2251429"/>
              <a:gd name="connsiteX1" fmla="*/ 2251430 w 2251429"/>
              <a:gd name="connsiteY1" fmla="*/ 0 h 2251429"/>
              <a:gd name="connsiteX2" fmla="*/ 2251430 w 2251429"/>
              <a:gd name="connsiteY2" fmla="*/ 2251430 h 2251429"/>
              <a:gd name="connsiteX3" fmla="*/ 0 w 2251429"/>
              <a:gd name="connsiteY3" fmla="*/ 2251430 h 225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355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063B47-AECA-C6EC-7DD5-54F3CFA7D1E8}"/>
              </a:ext>
            </a:extLst>
          </p:cNvPr>
          <p:cNvSpPr/>
          <p:nvPr userDrawn="1"/>
        </p:nvSpPr>
        <p:spPr>
          <a:xfrm>
            <a:off x="997384" y="1713188"/>
            <a:ext cx="926956" cy="926956"/>
          </a:xfrm>
          <a:prstGeom prst="rect">
            <a:avLst/>
          </a:prstGeom>
          <a:noFill/>
          <a:ln>
            <a:solidFill>
              <a:srgbClr val="62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9" name="Google Shape;247;p21">
            <a:extLst>
              <a:ext uri="{FF2B5EF4-FFF2-40B4-BE49-F238E27FC236}">
                <a16:creationId xmlns:a16="http://schemas.microsoft.com/office/drawing/2014/main" id="{8AC16FCD-65FE-2A32-C730-885DE995DF9F}"/>
              </a:ext>
            </a:extLst>
          </p:cNvPr>
          <p:cNvSpPr txBox="1">
            <a:spLocks/>
          </p:cNvSpPr>
          <p:nvPr userDrawn="1"/>
        </p:nvSpPr>
        <p:spPr>
          <a:xfrm>
            <a:off x="997384" y="2301875"/>
            <a:ext cx="926956" cy="338269"/>
          </a:xfrm>
          <a:prstGeom prst="rect">
            <a:avLst/>
          </a:prstGeom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99000"/>
              </a:lnSpc>
              <a:buSzPts val="2800"/>
            </a:pPr>
            <a:r>
              <a:rPr lang="pt-BR" altLang="pt-BR" sz="1900">
                <a:solidFill>
                  <a:srgbClr val="623889"/>
                </a:solidFill>
                <a:latin typeface="Gotham Black" pitchFamily="50" charset="0"/>
                <a:cs typeface="Gotham Black" pitchFamily="50" charset="0"/>
              </a:rPr>
              <a:t>AULA</a:t>
            </a:r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D2918EC6-62B5-E549-35CA-B6DCB776EC2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968773" y="2762064"/>
            <a:ext cx="6810227" cy="706390"/>
          </a:xfrm>
        </p:spPr>
        <p:txBody>
          <a:bodyPr anchor="ctr"/>
          <a:lstStyle>
            <a:lvl1pPr marL="0" indent="0">
              <a:buNone/>
              <a:defRPr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BR"/>
              <a:t>Clique para inserir o título da aula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3B31B6E3-3099-E647-92F2-E3597F50B34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21759" y="2756774"/>
            <a:ext cx="923042" cy="711680"/>
          </a:xfrm>
        </p:spPr>
        <p:txBody>
          <a:bodyPr anchor="ctr">
            <a:normAutofit/>
          </a:bodyPr>
          <a:lstStyle>
            <a:lvl1pPr marL="0" indent="0" algn="l">
              <a:buNone/>
              <a:defRPr sz="420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E8B49290-95B0-D086-1CE4-C06B07065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0395" y="4231863"/>
            <a:ext cx="3155898" cy="720959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062CE667-CBD2-3319-24EC-5E07A4F9DB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6346" y="3930806"/>
            <a:ext cx="2940854" cy="22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Big Data 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23514"/>
            <a:ext cx="5854884" cy="2528213"/>
            <a:chOff x="4352714" y="2139120"/>
            <a:chExt cx="3138617" cy="1355294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139120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3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068489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B26F2681-3F7F-C6FB-3C74-2D9070D11E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354" y="3892045"/>
            <a:ext cx="1419160" cy="1534226"/>
          </a:xfrm>
          <a:prstGeom prst="rect">
            <a:avLst/>
          </a:prstGeom>
        </p:spPr>
      </p:pic>
      <p:grpSp>
        <p:nvGrpSpPr>
          <p:cNvPr id="15" name="Gráfico 4">
            <a:extLst>
              <a:ext uri="{FF2B5EF4-FFF2-40B4-BE49-F238E27FC236}">
                <a16:creationId xmlns:a16="http://schemas.microsoft.com/office/drawing/2014/main" id="{D3ECE719-80C6-AA99-BE03-446B30E4A202}"/>
              </a:ext>
            </a:extLst>
          </p:cNvPr>
          <p:cNvGrpSpPr/>
          <p:nvPr userDrawn="1"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7B26FFE6-1EEC-85E8-B459-E010CA559A6D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D085891A-5541-2F8C-94DC-8B24716132D4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2449EAA-CA3C-EA95-056C-2EC104CB5021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97D3140E-C457-3F63-DEC0-24037B3F5AC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55D9AB08-A7DF-53E7-3520-7E3A0C543999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A078624-0AC3-0724-5536-23C36EE62D4B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7" name="Gráfico 4">
              <a:extLst>
                <a:ext uri="{FF2B5EF4-FFF2-40B4-BE49-F238E27FC236}">
                  <a16:creationId xmlns:a16="http://schemas.microsoft.com/office/drawing/2014/main" id="{714112A3-51A1-F2C1-C9B2-C77E17E8AE1B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F7088DAF-6AE8-5238-8911-40D5A5CBEEC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F8F9BC19-DA54-2296-30FF-D5951F478D0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0659819-6D8B-63B1-ABE0-422C790448C8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FFF4B57E-C04E-C017-9E11-B4CAFCD0F88B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1B2CF062-EF8E-5124-BED9-7A059C3868AB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699302C7-9803-8A6E-28CF-57ECFC096802}"/>
              </a:ext>
            </a:extLst>
          </p:cNvPr>
          <p:cNvGrpSpPr/>
          <p:nvPr userDrawn="1"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79BF607-36AB-21EE-2F8F-8BED292FE244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A1DDEF44-42B8-436F-316A-B44BFFB95005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F527316D-0AD8-2D93-6ACB-4BAE83A613D0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2BF4C7F-416A-9B4F-9834-220F065D0184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384DA401-E9A5-7C13-99CF-1AFDA80A61C2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31287407-232E-DCA2-416B-553853C35845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1A6DCE28-F4AB-D435-69A1-D5896BE13C55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807A7FF-5069-D4CA-8DD1-EE32F20D73E4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2466F96-CFF9-BE98-97D9-0F7CAFBDE5BE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7D5E592E-507A-9432-206B-005F04EAF805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90A18AB-4433-FB7A-4F00-90E680124BAB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79025203-31C7-4ECD-D469-EC8ADBEB21E0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658539C2-37A0-5E11-6B39-4A351139F620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888C5192-2955-24F0-6861-045913A53A13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BDE50099-DE89-1A17-FD75-F0F1BC61B5EF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2832651-8250-6BC0-3BEC-6412C362A918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3F1C004-1ABA-A406-C979-EB8EED44C866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A7D50873-67AD-5427-13E4-2DFB9C8C7CA2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C0B705B2-6F4E-181C-E05C-7C905B9984D6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FAFD8E2F-3D41-2151-2BB4-EEAD2BE2580F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ADD5532F-9E2A-CF2F-DC7F-0914B524D24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8A013DE3-0B22-7FC2-733C-9628765C9C5E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C6952BA5-0D26-98E3-5D66-129029F0C74B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63" name="Gráfico 4">
            <a:extLst>
              <a:ext uri="{FF2B5EF4-FFF2-40B4-BE49-F238E27FC236}">
                <a16:creationId xmlns:a16="http://schemas.microsoft.com/office/drawing/2014/main" id="{A631FEBD-D069-DD4B-C9AB-D3B887CD9A02}"/>
              </a:ext>
            </a:extLst>
          </p:cNvPr>
          <p:cNvGrpSpPr/>
          <p:nvPr userDrawn="1"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1D497078-AA72-3851-7C84-1BC6DB8B602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3976D2B0-683B-53A2-D20F-A26155848EB9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83A4583E-8E2E-417A-C61E-630261CC8A55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C348FBF1-B087-5521-F11D-A32E4C1624DF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E26F746F-C612-B77D-185A-A39FA3AC8D6F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236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BIG-DATA-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1" name="Agrupar 330">
            <a:extLst>
              <a:ext uri="{FF2B5EF4-FFF2-40B4-BE49-F238E27FC236}">
                <a16:creationId xmlns:a16="http://schemas.microsoft.com/office/drawing/2014/main" id="{3E73AD76-CBB5-6977-017D-7D4F634DC2D8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313" name="Gráfico 309">
              <a:extLst>
                <a:ext uri="{FF2B5EF4-FFF2-40B4-BE49-F238E27FC236}">
                  <a16:creationId xmlns:a16="http://schemas.microsoft.com/office/drawing/2014/main" id="{B8EA10DF-3EC9-6083-B51B-4646FB68AFA7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14" name="Forma Livre: Forma 313">
                <a:extLst>
                  <a:ext uri="{FF2B5EF4-FFF2-40B4-BE49-F238E27FC236}">
                    <a16:creationId xmlns:a16="http://schemas.microsoft.com/office/drawing/2014/main" id="{67B904AE-C917-CC18-BE93-9709EF44C44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5" name="Forma Livre: Forma 314">
                <a:extLst>
                  <a:ext uri="{FF2B5EF4-FFF2-40B4-BE49-F238E27FC236}">
                    <a16:creationId xmlns:a16="http://schemas.microsoft.com/office/drawing/2014/main" id="{1AD3A362-46E2-64D1-41DA-DE4B8B2052E9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6" name="Forma Livre: Forma 315">
                <a:extLst>
                  <a:ext uri="{FF2B5EF4-FFF2-40B4-BE49-F238E27FC236}">
                    <a16:creationId xmlns:a16="http://schemas.microsoft.com/office/drawing/2014/main" id="{FB1B0F8B-841E-B007-42BF-6ABAB0913D5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7" name="Forma Livre: Forma 316">
                <a:extLst>
                  <a:ext uri="{FF2B5EF4-FFF2-40B4-BE49-F238E27FC236}">
                    <a16:creationId xmlns:a16="http://schemas.microsoft.com/office/drawing/2014/main" id="{F5A11997-98D7-2880-D469-6429D46EC7CF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8" name="Forma Livre: Forma 317">
                <a:extLst>
                  <a:ext uri="{FF2B5EF4-FFF2-40B4-BE49-F238E27FC236}">
                    <a16:creationId xmlns:a16="http://schemas.microsoft.com/office/drawing/2014/main" id="{894AB946-0A12-CF6B-42A3-5DAD98279230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19" name="Gráfico 309">
              <a:extLst>
                <a:ext uri="{FF2B5EF4-FFF2-40B4-BE49-F238E27FC236}">
                  <a16:creationId xmlns:a16="http://schemas.microsoft.com/office/drawing/2014/main" id="{B2AE61DF-380E-455A-5620-9D251B5F72A5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20" name="Forma Livre: Forma 319">
                <a:extLst>
                  <a:ext uri="{FF2B5EF4-FFF2-40B4-BE49-F238E27FC236}">
                    <a16:creationId xmlns:a16="http://schemas.microsoft.com/office/drawing/2014/main" id="{6E6D1306-951C-D69C-62FF-1704D6050F05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1" name="Forma Livre: Forma 320">
                <a:extLst>
                  <a:ext uri="{FF2B5EF4-FFF2-40B4-BE49-F238E27FC236}">
                    <a16:creationId xmlns:a16="http://schemas.microsoft.com/office/drawing/2014/main" id="{AE933A69-B64D-46BD-C8FE-C5777376716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2" name="Forma Livre: Forma 321">
                <a:extLst>
                  <a:ext uri="{FF2B5EF4-FFF2-40B4-BE49-F238E27FC236}">
                    <a16:creationId xmlns:a16="http://schemas.microsoft.com/office/drawing/2014/main" id="{A4A8AEE4-74E2-1A75-313A-C317E45C447C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3" name="Forma Livre: Forma 322">
                <a:extLst>
                  <a:ext uri="{FF2B5EF4-FFF2-40B4-BE49-F238E27FC236}">
                    <a16:creationId xmlns:a16="http://schemas.microsoft.com/office/drawing/2014/main" id="{AA36B29D-E740-48F2-AB48-C4189EB09555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4" name="Forma Livre: Forma 323">
                <a:extLst>
                  <a:ext uri="{FF2B5EF4-FFF2-40B4-BE49-F238E27FC236}">
                    <a16:creationId xmlns:a16="http://schemas.microsoft.com/office/drawing/2014/main" id="{FC21BDBB-08FF-1FF6-D5A7-D6F166800FD7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25" name="Gráfico 309">
            <a:extLst>
              <a:ext uri="{FF2B5EF4-FFF2-40B4-BE49-F238E27FC236}">
                <a16:creationId xmlns:a16="http://schemas.microsoft.com/office/drawing/2014/main" id="{A3C72578-2AF9-7955-F3C6-BA853891FE42}"/>
              </a:ext>
            </a:extLst>
          </p:cNvPr>
          <p:cNvGrpSpPr/>
          <p:nvPr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326" name="Forma Livre: Forma 325">
              <a:extLst>
                <a:ext uri="{FF2B5EF4-FFF2-40B4-BE49-F238E27FC236}">
                  <a16:creationId xmlns:a16="http://schemas.microsoft.com/office/drawing/2014/main" id="{5EF6DB80-F100-ECA0-9B36-5D80BC324A99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7" name="Forma Livre: Forma 326">
              <a:extLst>
                <a:ext uri="{FF2B5EF4-FFF2-40B4-BE49-F238E27FC236}">
                  <a16:creationId xmlns:a16="http://schemas.microsoft.com/office/drawing/2014/main" id="{43B05E75-793D-8E68-A3A4-C007F7867CF5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8" name="Forma Livre: Forma 327">
              <a:extLst>
                <a:ext uri="{FF2B5EF4-FFF2-40B4-BE49-F238E27FC236}">
                  <a16:creationId xmlns:a16="http://schemas.microsoft.com/office/drawing/2014/main" id="{3421320E-8E63-14D6-FB51-6666273162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9" name="Forma Livre: Forma 328">
              <a:extLst>
                <a:ext uri="{FF2B5EF4-FFF2-40B4-BE49-F238E27FC236}">
                  <a16:creationId xmlns:a16="http://schemas.microsoft.com/office/drawing/2014/main" id="{6C5F93EA-393E-47A5-F159-1ABA2C929810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0" name="Forma Livre: Forma 329">
              <a:extLst>
                <a:ext uri="{FF2B5EF4-FFF2-40B4-BE49-F238E27FC236}">
                  <a16:creationId xmlns:a16="http://schemas.microsoft.com/office/drawing/2014/main" id="{22B44C0B-37C4-EDC6-436E-5DB57141BB3E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6761271" cy="1625151"/>
            <a:chOff x="400929" y="5249389"/>
            <a:chExt cx="6761271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44" name="Título 1">
              <a:extLst>
                <a:ext uri="{FF2B5EF4-FFF2-40B4-BE49-F238E27FC236}">
                  <a16:creationId xmlns:a16="http://schemas.microsoft.com/office/drawing/2014/main" id="{B9F10714-97B4-98D6-2FCD-C6B559E18B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44466" y="6012773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8376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822544" cy="2417083"/>
            <a:chOff x="4352714" y="2170117"/>
            <a:chExt cx="4193417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38518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_ANALISTA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CIBER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4432" y="5188528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9320A40C-BE5D-5ED5-4A22-749820AC8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247" y="3793797"/>
            <a:ext cx="1641399" cy="1641399"/>
          </a:xfrm>
          <a:prstGeom prst="rect">
            <a:avLst/>
          </a:prstGeom>
        </p:spPr>
      </p:pic>
      <p:grpSp>
        <p:nvGrpSpPr>
          <p:cNvPr id="3" name="Gráfico 4">
            <a:extLst>
              <a:ext uri="{FF2B5EF4-FFF2-40B4-BE49-F238E27FC236}">
                <a16:creationId xmlns:a16="http://schemas.microsoft.com/office/drawing/2014/main" id="{7F4649B3-4A0B-6665-78CD-906DBCFD3C1E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AADEAFA6-1EEF-AAF0-3DB1-3015B192715A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5524BD15-C28C-5B43-D731-9B0EC27E8E95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A0CE8863-AB26-38D1-3FA0-EB004AB30936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C46590C5-A0C0-087E-B924-0EDF503CFAA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78B4CACE-5CC2-7A0C-F2AB-3F15D7A536C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5A910901-5915-1EED-C7DB-7AA71811CCEA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9792D896-45C6-29C4-1D4A-4CDD3F91EAB3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B7C4AEA3-923B-74D5-889C-C665F72518B3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4269D269-323B-0945-B98C-AA420E5F2FD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BA95FB-9CE6-3A92-B64A-56F0E90F3D22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F35273A8-B0B6-FE29-996C-5FFC1D700FCF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B4A4337-0006-DDA8-0218-6E3F43C5CAB9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1" name="Gráfico 4">
            <a:extLst>
              <a:ext uri="{FF2B5EF4-FFF2-40B4-BE49-F238E27FC236}">
                <a16:creationId xmlns:a16="http://schemas.microsoft.com/office/drawing/2014/main" id="{F13EE3F9-E68D-45C0-29D6-7406E95023C4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CCE9E24F-CB2B-99F3-C96C-71F7B8203AC3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C577A7B2-BA41-8CBF-2A63-FFBF9A9E86D2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F70B1D-B703-913C-7E1F-CCAD1431399F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B2F7516F-4647-404F-A092-D16BEB247590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B42624A-1998-63A5-687F-36869FEBD1FB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3696AE32-8C19-3F75-B079-927F7802F06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0002D68F-BA63-D896-8861-FECB442DE913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FE096BED-B77B-A7AC-06F3-E6E14543AED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241C98C-DB68-057D-D281-7639FBBC5397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3B28D4E2-201C-2CA8-D280-E81CFD7D94ED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00F07F75-9BF4-E4E1-C205-FFCB03BF3F1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C226C3CB-52E8-EC5F-EB21-4B32E090489B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EA31B9BB-7BBE-C6F8-C1E2-82FC1E924121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9121950E-7A33-882E-94A7-04B1DEB578D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11FA97BA-E58C-BA20-6CB8-F23A6FC57DE8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2500D707-0166-EE44-AD85-DCEAA9369689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D5092A8B-7202-C1EC-6885-3F5050E950B4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CD048037-DBD4-7EFA-584F-6167F41D1DE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907FE79C-C842-4483-301D-9A394B9B4E8C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1E1CDD1-E2BB-9D76-3C56-4482724B5AC7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CD55C775-86F4-AC75-C419-89775E59F8C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64FB172E-5FB3-8CA0-A904-A8AA2B8AE23D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06D5C4C4-88C9-5848-8BE4-8C01ADD08AA3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46DDBDE1-F429-7DF5-B1AA-545E254F12BA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B46F18F1-BB21-F268-87BD-513AEC33F2F2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264145FE-3DC6-0878-6B90-0AD4420E5A56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A042E403-446D-696B-4E5E-C46104457F23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8EFF622-8D82-ADAD-AA78-FDB8028CA79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824B5FB-2EAC-E2A4-5607-86DAAF6CBBC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12" name="Gráfico 111">
            <a:extLst>
              <a:ext uri="{FF2B5EF4-FFF2-40B4-BE49-F238E27FC236}">
                <a16:creationId xmlns:a16="http://schemas.microsoft.com/office/drawing/2014/main" id="{EBF02081-0B74-67AF-ADB6-2B978D93C6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326" y="593635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5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_ANALISTA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CIBER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sc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664005" cy="2470388"/>
            <a:chOff x="4352714" y="2170117"/>
            <a:chExt cx="4108429" cy="1324296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287059"/>
              <a:ext cx="3766875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26" name="Título 1">
              <a:extLst>
                <a:ext uri="{FF2B5EF4-FFF2-40B4-BE49-F238E27FC236}">
                  <a16:creationId xmlns:a16="http://schemas.microsoft.com/office/drawing/2014/main" id="{48B6065B-AC13-3D8D-01D0-B135292BBDF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2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260731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6EFB2D57-5DB2-55D3-A40B-3AE892EC7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26" y="593635"/>
            <a:ext cx="1130308" cy="593770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D0E0A5BE-BD0A-F779-D227-EBE53AE5CCA5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23889"/>
          </a:solidFill>
        </p:grpSpPr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E947F52A-0174-A53A-D71B-1E9B12DE628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20C332F2-D366-95E7-9FB7-612978581550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B39F7F11-4EDC-B747-DA72-52C4AD015270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60FAB3A-C94B-979E-56E2-C1568689F986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760591EF-A75F-44A1-D8AC-101F1FE106E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954898A6-200B-DA78-C61F-9B8261148D62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7" name="Gráfico 4">
              <a:extLst>
                <a:ext uri="{FF2B5EF4-FFF2-40B4-BE49-F238E27FC236}">
                  <a16:creationId xmlns:a16="http://schemas.microsoft.com/office/drawing/2014/main" id="{D78D810C-5AFA-47C6-EC8E-C7020A9E910C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8EF25A5F-5A11-4494-637F-E20BB4FBB17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79FF41-D963-FCD2-36A1-63603A075DA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198BFFC3-C7F5-B112-E220-98492F0B2B1C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5A7D753E-B181-278B-7C6D-7908D9D8E086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09A3AB32-D6EC-CC32-5C13-485D1A8F9DD2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8605E701-2F97-3050-3328-B9F27E9DA88D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8033A872-594C-3C9D-802B-21B809B28BCD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DA10C12-0A7D-A29E-6E5F-4CAC03FEE91E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0329BF7-6D74-7DEA-8045-56FB3DA92EC4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E564D250-22AC-9FC6-B869-7A0E3AECCC0F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5ABD9719-B633-728F-3A30-6F6D41738E61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FEC2C05-544D-8D4F-248C-53EF9C471C2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864A017C-565A-EAA9-0C99-EDF329DE8CBA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22783C9-DEEF-C372-5A4D-3B8974CCD98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14D61351-37DF-A3ED-A76F-E06D4C31C4B5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AA5B485C-A6BE-0EDC-D03B-A5BA63EDDD2C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A289F01C-7A09-12B1-1CEA-85F90698E49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FF186714-3F36-A7F2-FD18-7ACA0CFF4AD5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2CE70CA6-63D1-9037-B69D-792011EE5E35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A49CC8A5-8DFC-68D4-1C6E-F8A2D669A96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61E6F4C2-CE21-1CBF-BAE9-4A7114E84B87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6D34C3BC-2B74-A97E-8503-B1C040416C81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39BEBBAB-2CCC-E38C-8D81-706BD9722019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EEC0632B-3F25-3F06-2228-069682B61DA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42763273-54C3-6AEB-58E2-CA871E5C5ADB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ADAD6BA5-E52A-4E48-3853-A86E03F072FA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DF7DB690-1820-1D3C-B80B-569E267AA226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2C8BA87E-9413-5507-77C9-B9471203A5D9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6503AFC8-7EEB-1061-2F7C-99A2B41A1C4F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" name="Gráfico 4">
            <a:extLst>
              <a:ext uri="{FF2B5EF4-FFF2-40B4-BE49-F238E27FC236}">
                <a16:creationId xmlns:a16="http://schemas.microsoft.com/office/drawing/2014/main" id="{D8D2715E-2CF2-2934-4CF9-2C67EF8F3786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54F690B1-49B1-488D-4552-7140AC5BFB66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47543AC2-E43D-BEC8-90C9-C830C88A8A7C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D88176A2-24B5-5085-6B33-E13E3F0E56F9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E9B93F72-4C5A-95FE-09A9-8502747E0C1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FA1FE0E-9292-5948-4896-22C6C0F30D20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9CDD49F5-1E93-7CBF-E4DF-A07B2BDD48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2957" y="3805371"/>
            <a:ext cx="1484329" cy="15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ADM_Redes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084C8B">
              <a:alpha val="10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2BF24EA-04A5-69DB-E80C-100E003DE03E}"/>
              </a:ext>
            </a:extLst>
          </p:cNvPr>
          <p:cNvGrpSpPr/>
          <p:nvPr userDrawn="1"/>
        </p:nvGrpSpPr>
        <p:grpSpPr>
          <a:xfrm>
            <a:off x="400929" y="198288"/>
            <a:ext cx="6902439" cy="1625151"/>
            <a:chOff x="400929" y="5249389"/>
            <a:chExt cx="6902439" cy="1625151"/>
          </a:xfrm>
        </p:grpSpPr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3D102CAE-0D63-EFD8-ADC2-38826B47C35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213638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90718F49-F46B-2E85-7ECD-842CE2C6774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85634" y="5889360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20F947EF-57B5-7944-89C1-843135D0D07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D49C5841-1CDF-3A25-BA72-38D96E9B2393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id="{E1D64B3B-A114-2C18-13B2-7714C8716211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2444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17083"/>
            <a:chOff x="4352714" y="2170117"/>
            <a:chExt cx="3062305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FUNDATIONS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472B80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1532" y="5188529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D777C83-4704-EF4A-D469-45E649322704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A5329602-050C-596D-84D2-11E625381134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46" name="Gráfico 4">
                <a:extLst>
                  <a:ext uri="{FF2B5EF4-FFF2-40B4-BE49-F238E27FC236}">
                    <a16:creationId xmlns:a16="http://schemas.microsoft.com/office/drawing/2014/main" id="{77D1CF38-1752-7B4B-1C7E-FB06E7D9B70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25921460-0AA4-1FBD-1106-CF590D472B53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7FD5009B-CA72-CE2B-38B7-7A7945033CAD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F70ABFA0-22D7-F145-F8C6-53AF99D8ECE2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E9B70364-BF91-6807-402C-5239221A420F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D2CB9286-748D-69E5-38CC-ABD62897A50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47" name="Gráfico 4">
                <a:extLst>
                  <a:ext uri="{FF2B5EF4-FFF2-40B4-BE49-F238E27FC236}">
                    <a16:creationId xmlns:a16="http://schemas.microsoft.com/office/drawing/2014/main" id="{90D7E8D9-10A0-CC07-737C-208AD2263401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D543C003-F143-1727-96FE-411808F0F514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D7AC643C-B771-C0A4-89FC-96AA5030F88F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" name="Forma Livre: Forma 49">
                  <a:extLst>
                    <a:ext uri="{FF2B5EF4-FFF2-40B4-BE49-F238E27FC236}">
                      <a16:creationId xmlns:a16="http://schemas.microsoft.com/office/drawing/2014/main" id="{63073157-2857-B7F1-1A6B-6C26BAA34EE8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128ECC47-6AE7-D543-AFA7-DC9AA7F43C6C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86DD63B2-2EF5-8A45-0955-E527E27EE92E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AAE524D3-6771-007F-6B08-FED04E9B6C4B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9E8065D-0FEA-DB03-32B0-A11FD93B870A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79013D2-5714-6DA0-8D98-331CB824EB3A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6B27B2CA-5D90-1E3C-A1A8-5386585BE271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E4F661B1-0899-B4DD-C659-F69BE5B2C7D6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F9F2BE28-9D4A-19D6-B13A-250F180E770D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48FAA94B-966F-1ACA-3162-4EBC15725AFA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48BAD87E-137B-DC6C-F713-768278F8310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D0411B7B-2335-5DDE-F0C4-915030042C6E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C9988CAB-2F8C-5BBD-A274-2849A8831B1C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690F099A-B375-EB1D-5E18-F9DDDBF453AD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F891D8FC-421E-8E7A-5122-17582FB1497C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65D29E32-57BD-4A5C-6D2A-2B306F3AC784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0A6FF1DE-C4DE-E6A7-AE4B-4A2B5A4829D6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8325D42-B542-07C5-7BE1-BC6BC0675C7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B7559BF9-74A2-D804-7085-2A899D11419F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7C17B3D0-3E73-C239-842D-5B11022698C9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8640CF84-D4F9-F317-B622-D7FDC2FE307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F4B98E9E-046C-B312-316C-E76C748AE58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BB28BFB-9E0E-A843-E263-8712D16B44D0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F3768240-C3CD-57C6-B129-CBB21AACD6B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705E8B9-68BA-A9E9-8010-A7A8EFC073E5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78D903A2-170E-55C1-555C-703C3518341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7D4C6210-9731-4A2C-89CE-01BEA07A5387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B3D833F6-FD1E-C5EA-FE39-2C91A894088F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AB27F455-9380-44CB-9445-19FA1A286C12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B0EFF8C-99EC-9353-7B7B-81E68109592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3E8972E1-9BC9-EF03-7D5B-5C8EE8CFA73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7F178151-370A-5218-6515-227735292105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6E07B07-D475-86B6-DE6E-51A8CC7E5BED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61" name="Gráfico 60">
            <a:extLst>
              <a:ext uri="{FF2B5EF4-FFF2-40B4-BE49-F238E27FC236}">
                <a16:creationId xmlns:a16="http://schemas.microsoft.com/office/drawing/2014/main" id="{E9B8F029-6C56-992C-D3ED-8D374A4C4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4427" y="4241800"/>
            <a:ext cx="1479649" cy="1027534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53130E0D-BB4A-AA37-62DE-B0C4AD66C9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053" y="91606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7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rma Livre: Forma 112">
            <a:extLst>
              <a:ext uri="{FF2B5EF4-FFF2-40B4-BE49-F238E27FC236}">
                <a16:creationId xmlns:a16="http://schemas.microsoft.com/office/drawing/2014/main" id="{432A0771-2388-CA1D-3F2A-9FA3A556B5D7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Gráfico 283">
            <a:extLst>
              <a:ext uri="{FF2B5EF4-FFF2-40B4-BE49-F238E27FC236}">
                <a16:creationId xmlns:a16="http://schemas.microsoft.com/office/drawing/2014/main" id="{792EB78D-0B07-4C8F-456D-95F6CB811A70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9000"/>
            </a:srgbClr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3DDEA37C-FE0E-DC40-3DB3-B9B0AC96B33E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F5266F93-DCC2-9E9E-12C1-CB1E19212F9E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484E88E-08FD-D97B-9B98-1BE8570C6E0E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E20B268A-0D97-0167-109A-39A42AB61FF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B90F311B-916E-CE22-7418-D6E2EE248C18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2B6F215F-B756-ECD7-FA56-C9D04A02ECD5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1" name="Google Shape;642;p44">
            <a:extLst>
              <a:ext uri="{FF2B5EF4-FFF2-40B4-BE49-F238E27FC236}">
                <a16:creationId xmlns:a16="http://schemas.microsoft.com/office/drawing/2014/main" id="{4380386F-D676-9755-7733-1516998D9FEC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472B80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14" name="Gráfico 13">
            <a:extLst>
              <a:ext uri="{FF2B5EF4-FFF2-40B4-BE49-F238E27FC236}">
                <a16:creationId xmlns:a16="http://schemas.microsoft.com/office/drawing/2014/main" id="{DDCCEE18-653D-19F3-96D3-F96DB9CFBA52}"/>
              </a:ext>
            </a:extLst>
          </p:cNvPr>
          <p:cNvGrpSpPr/>
          <p:nvPr userDrawn="1"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11151855-A994-89FD-786D-8852B1B83330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9B0AD533-6E23-D9BE-694B-EBDCBFBDDB47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D025F085-2848-EBD6-FBA3-C109C1713092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C181BE43-15AC-7745-33F2-CF800DB0777F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3A2FC173-2AAB-36C8-CB1A-288421F7F11D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1DEA568D-6A33-900F-76FF-B42492817597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9F8508B-EB7B-3E01-3AF3-E99847FCD13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94F452A4-6A34-ADA5-338B-2DD9687F8757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ACD7CE00-B779-6F09-0BA4-C38975E684F9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54E598A4-A302-90D1-A51F-0BC59A600AE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5312D1AF-3444-664A-1173-9D6456F1C3D1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126" name="Título 1">
              <a:extLst>
                <a:ext uri="{FF2B5EF4-FFF2-40B4-BE49-F238E27FC236}">
                  <a16:creationId xmlns:a16="http://schemas.microsoft.com/office/drawing/2014/main" id="{E1E4DAE0-0A8E-3917-AB67-8A946D4B42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FOUDATIONS</a:t>
              </a:r>
            </a:p>
          </p:txBody>
        </p:sp>
        <p:grpSp>
          <p:nvGrpSpPr>
            <p:cNvPr id="128" name="Agrupar 127">
              <a:extLst>
                <a:ext uri="{FF2B5EF4-FFF2-40B4-BE49-F238E27FC236}">
                  <a16:creationId xmlns:a16="http://schemas.microsoft.com/office/drawing/2014/main" id="{A488FA5B-4067-CE49-B0D7-A8564373B1E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29" name="Retângulo 128">
                <a:extLst>
                  <a:ext uri="{FF2B5EF4-FFF2-40B4-BE49-F238E27FC236}">
                    <a16:creationId xmlns:a16="http://schemas.microsoft.com/office/drawing/2014/main" id="{EE94DC75-0FF0-6F55-E3F2-C5B9A620D17B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69A970D8-907F-F98E-1845-163FD79E8EA0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6FA89643-7703-5541-A665-73A3CF999D7F}"/>
              </a:ext>
            </a:extLst>
          </p:cNvPr>
          <p:cNvGrpSpPr/>
          <p:nvPr userDrawn="1"/>
        </p:nvGrpSpPr>
        <p:grpSpPr>
          <a:xfrm>
            <a:off x="9761754" y="5367391"/>
            <a:ext cx="1398212" cy="731383"/>
            <a:chOff x="9863286" y="5367391"/>
            <a:chExt cx="1398212" cy="731383"/>
          </a:xfrm>
          <a:solidFill>
            <a:srgbClr val="472B80"/>
          </a:solidFill>
        </p:grpSpPr>
        <p:grpSp>
          <p:nvGrpSpPr>
            <p:cNvPr id="93" name="Gráfico 309">
              <a:extLst>
                <a:ext uri="{FF2B5EF4-FFF2-40B4-BE49-F238E27FC236}">
                  <a16:creationId xmlns:a16="http://schemas.microsoft.com/office/drawing/2014/main" id="{EC90CFC5-22A9-6467-2FA5-2A82F15AED33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00" name="Forma Livre: Forma 99">
                <a:extLst>
                  <a:ext uri="{FF2B5EF4-FFF2-40B4-BE49-F238E27FC236}">
                    <a16:creationId xmlns:a16="http://schemas.microsoft.com/office/drawing/2014/main" id="{228B614A-1A0C-2643-D4DE-8AA413AC74F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C34BBF12-F10C-1FCD-2F0C-4118ED442DBE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29EDC5A0-C98C-A123-5C2B-E547435803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00F14FFC-E741-C8F0-F1FA-C26F1B27876A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0ED3711A-C073-8D46-36C1-AED94E41ABB6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94" name="Gráfico 309">
              <a:extLst>
                <a:ext uri="{FF2B5EF4-FFF2-40B4-BE49-F238E27FC236}">
                  <a16:creationId xmlns:a16="http://schemas.microsoft.com/office/drawing/2014/main" id="{565CFB3B-D55D-B09E-FAED-146EDE6C98C3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B27D4129-7635-FD8B-CA66-DEBB18228CAD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044D215-DF1D-F0A3-817D-CB2327DBCFB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1A9949D5-673A-5B6F-942D-98D9E7ECC976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4773C6B5-3C2B-7513-79F4-8344B47924A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9" name="Forma Livre: Forma 98">
                <a:extLst>
                  <a:ext uri="{FF2B5EF4-FFF2-40B4-BE49-F238E27FC236}">
                    <a16:creationId xmlns:a16="http://schemas.microsoft.com/office/drawing/2014/main" id="{2614F3AB-2A08-34DA-C152-65B33460B01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87" name="Gráfico 309">
            <a:extLst>
              <a:ext uri="{FF2B5EF4-FFF2-40B4-BE49-F238E27FC236}">
                <a16:creationId xmlns:a16="http://schemas.microsoft.com/office/drawing/2014/main" id="{EE49660D-B8F2-99E2-AE21-9E9BB4C2B8E3}"/>
              </a:ext>
            </a:extLst>
          </p:cNvPr>
          <p:cNvGrpSpPr/>
          <p:nvPr/>
        </p:nvGrpSpPr>
        <p:grpSpPr>
          <a:xfrm>
            <a:off x="9844525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88" name="Forma Livre: Forma 87">
              <a:extLst>
                <a:ext uri="{FF2B5EF4-FFF2-40B4-BE49-F238E27FC236}">
                  <a16:creationId xmlns:a16="http://schemas.microsoft.com/office/drawing/2014/main" id="{34936730-2EBD-F8E1-D9B6-3F28D703CAF2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9" name="Forma Livre: Forma 88">
              <a:extLst>
                <a:ext uri="{FF2B5EF4-FFF2-40B4-BE49-F238E27FC236}">
                  <a16:creationId xmlns:a16="http://schemas.microsoft.com/office/drawing/2014/main" id="{C4F68F3D-66EB-AC4A-4640-7E9F3AAAEE0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0" name="Forma Livre: Forma 89">
              <a:extLst>
                <a:ext uri="{FF2B5EF4-FFF2-40B4-BE49-F238E27FC236}">
                  <a16:creationId xmlns:a16="http://schemas.microsoft.com/office/drawing/2014/main" id="{9AEA9DDD-FD32-2B62-7A21-B3F54BD1FA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50343B73-FDB2-6DA3-6A8D-08BB8A1E325A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864688BC-520D-BB01-0108-3028E2DF92F5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31" name="Gráfico 130">
            <a:extLst>
              <a:ext uri="{FF2B5EF4-FFF2-40B4-BE49-F238E27FC236}">
                <a16:creationId xmlns:a16="http://schemas.microsoft.com/office/drawing/2014/main" id="{1E1A8E35-CC4F-0247-1FB4-0C4DB904B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7853" y="143343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0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I MS 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8" y="3081337"/>
            <a:ext cx="6576999" cy="2470390"/>
            <a:chOff x="4352714" y="2170117"/>
            <a:chExt cx="3525720" cy="1324297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354128"/>
              <a:ext cx="3184166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9" y="3081453"/>
              <a:ext cx="3184164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COM MICROSOFT AZURE_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931FF622-9501-00DE-EF57-DDC1F78BD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5958" y="3773089"/>
            <a:ext cx="1630388" cy="1630388"/>
          </a:xfrm>
          <a:prstGeom prst="rect">
            <a:avLst/>
          </a:prstGeom>
        </p:spPr>
      </p:pic>
      <p:grpSp>
        <p:nvGrpSpPr>
          <p:cNvPr id="93" name="Agrupar 92">
            <a:extLst>
              <a:ext uri="{FF2B5EF4-FFF2-40B4-BE49-F238E27FC236}">
                <a16:creationId xmlns:a16="http://schemas.microsoft.com/office/drawing/2014/main" id="{0883C8F3-2305-3F64-90E9-FDFBCD4EB5F5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FDEA1A8C-1C35-5E48-EF85-10C12D0CCD6E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solidFill>
              <a:srgbClr val="6DEAAB"/>
            </a:solidFill>
          </p:grpSpPr>
          <p:grpSp>
            <p:nvGrpSpPr>
              <p:cNvPr id="37" name="Gráfico 4">
                <a:extLst>
                  <a:ext uri="{FF2B5EF4-FFF2-40B4-BE49-F238E27FC236}">
                    <a16:creationId xmlns:a16="http://schemas.microsoft.com/office/drawing/2014/main" id="{6C0223F9-5128-37A4-CC7E-5BD31A28D37C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3E095119-3E9F-B804-4510-D252C05D2E48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5469676C-4461-5249-315D-936F37983887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67776CDA-1013-8828-5E52-B91FA1EEB62E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354B481A-1D68-5777-F45C-C1FEAE676908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" name="Forma Livre: Forma 57">
                  <a:extLst>
                    <a:ext uri="{FF2B5EF4-FFF2-40B4-BE49-F238E27FC236}">
                      <a16:creationId xmlns:a16="http://schemas.microsoft.com/office/drawing/2014/main" id="{5B3A9AAD-85B7-4A40-645E-DEA5A59DEEDC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38" name="Gráfico 4">
                <a:extLst>
                  <a:ext uri="{FF2B5EF4-FFF2-40B4-BE49-F238E27FC236}">
                    <a16:creationId xmlns:a16="http://schemas.microsoft.com/office/drawing/2014/main" id="{304963A5-49CC-6865-934B-5E7303DA520B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39" name="Forma Livre: Forma 38">
                  <a:extLst>
                    <a:ext uri="{FF2B5EF4-FFF2-40B4-BE49-F238E27FC236}">
                      <a16:creationId xmlns:a16="http://schemas.microsoft.com/office/drawing/2014/main" id="{DD54F508-0D44-1F44-2E02-8F8BEDBBB889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8C5D956C-A217-ADA7-5931-9972173E1029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B1D7F9BD-FEF4-5F49-21B3-0501F7AB30DC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44C0332D-B424-257D-B115-B7E4026A62B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4058ED9B-D347-7CA2-E289-DAFE48BA116D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5" name="Gráfico 4">
              <a:extLst>
                <a:ext uri="{FF2B5EF4-FFF2-40B4-BE49-F238E27FC236}">
                  <a16:creationId xmlns:a16="http://schemas.microsoft.com/office/drawing/2014/main" id="{C0DD639C-CEAA-0BDB-0AFB-42C9A459C252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solidFill>
              <a:srgbClr val="F2F1F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27327A88-D0F0-6940-1170-BB7191AB6457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DBC0236D-A2F8-E323-2ADB-0F96D4D2DD24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52341FAB-61F3-FF28-7311-27E645688E93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9490F268-8A2E-23DB-E115-46EF15DBA1B1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54860159-551C-53C3-FDB3-B68932BB1B7F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70D84048-E3E2-98CE-7C08-01E4825DE602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9B2B8CEF-A462-BBC9-E650-937A3AF059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EAEA672-4552-21E9-38F1-7C7B14CB24C1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D4117961-F5DB-D696-8F50-C72BE85ADE68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D44AD82-BA3A-33F3-7ACD-BF25D201528A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D6670FD-377B-FC6A-AB81-2D13263C73A0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006B992-A1F3-D960-069F-D3C68A60FE4F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614E487-21CE-617D-F69A-7412A84F9EF8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9985F743-B4A6-8439-A63F-B0830C8E3481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12ADE41F-12A6-CD6F-ABA0-35289773DD3D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DC047F01-7E13-182D-DD28-E78932F77F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E851655B-8DB2-B14A-14B0-8103F057C597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1B11584-7695-1079-1B59-980EED9B953B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F7A0C9C3-1C9D-88E6-9371-72270EEC725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14E916F2-6350-022A-6539-FEDC11C5076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3009C3CC-4CE1-CC54-831B-C2BF8EA91DC9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D89EB6E2-EE2A-3056-204B-A1B722AF78B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03B252B1-A0DB-AC0F-2815-F691DD3ACEB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" name="Gráfico 4">
              <a:extLst>
                <a:ext uri="{FF2B5EF4-FFF2-40B4-BE49-F238E27FC236}">
                  <a16:creationId xmlns:a16="http://schemas.microsoft.com/office/drawing/2014/main" id="{F990E634-6005-B3F6-C214-B23FB1552CAB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solidFill>
              <a:srgbClr val="F2F1F4"/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186AA3EB-1342-28CD-49F4-19DEB0C2716C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420A27E3-61D7-A1E3-B294-F21540B5A031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7A1B7D4E-61AB-BE3E-57D6-86614FE254E0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E7EDB5F4-41B7-16F9-8D86-9B40A6B4FC6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E63A0FCB-3021-9524-8CD3-19C9B087722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F0BCD41E-6A81-48EA-C0CF-86FC5C71B338}"/>
              </a:ext>
            </a:extLst>
          </p:cNvPr>
          <p:cNvGrpSpPr/>
          <p:nvPr userDrawn="1"/>
        </p:nvGrpSpPr>
        <p:grpSpPr>
          <a:xfrm>
            <a:off x="770482" y="618562"/>
            <a:ext cx="2596950" cy="379683"/>
            <a:chOff x="770481" y="618562"/>
            <a:chExt cx="3833269" cy="560437"/>
          </a:xfrm>
        </p:grpSpPr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D3379530-371B-B24A-AFE8-B5EB160A7B97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7BFDCDC8-97F9-12B0-D8A2-994D8873E275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0" name="Forma Livre: Forma 79">
              <a:extLst>
                <a:ext uri="{FF2B5EF4-FFF2-40B4-BE49-F238E27FC236}">
                  <a16:creationId xmlns:a16="http://schemas.microsoft.com/office/drawing/2014/main" id="{E9062166-F038-23D2-C35F-4C7931503221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1" name="Forma Livre: Forma 80">
              <a:extLst>
                <a:ext uri="{FF2B5EF4-FFF2-40B4-BE49-F238E27FC236}">
                  <a16:creationId xmlns:a16="http://schemas.microsoft.com/office/drawing/2014/main" id="{9D6DE913-5ED1-3133-DA69-349E05C2F5B2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91" name="Gráfico 90">
              <a:extLst>
                <a:ext uri="{FF2B5EF4-FFF2-40B4-BE49-F238E27FC236}">
                  <a16:creationId xmlns:a16="http://schemas.microsoft.com/office/drawing/2014/main" id="{188103A7-BD3E-68F9-EB38-0DF6329843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569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IA-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orma Livre: Forma 164">
            <a:extLst>
              <a:ext uri="{FF2B5EF4-FFF2-40B4-BE49-F238E27FC236}">
                <a16:creationId xmlns:a16="http://schemas.microsoft.com/office/drawing/2014/main" id="{413D2C1F-F9F5-5B87-FB24-679258D16FC1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Gráfico 283">
            <a:extLst>
              <a:ext uri="{FF2B5EF4-FFF2-40B4-BE49-F238E27FC236}">
                <a16:creationId xmlns:a16="http://schemas.microsoft.com/office/drawing/2014/main" id="{AA72C14E-D231-ACA1-E278-89ED93183EE8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623889">
              <a:alpha val="31000"/>
            </a:srgbClr>
          </a:solidFill>
        </p:grpSpPr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5F5964D5-2DC1-3980-6921-4D75B42A62F4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8C2F27B-9852-62EF-A7D2-ABC895EBB6E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10DB4281-B0CB-2EB4-1629-84BFFE229F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5D01D4F5-C47A-C43A-7331-8DDB3732B170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F4BCD2DC-2040-9531-618D-4B8A14138905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34158EEC-A595-F96A-DBF5-7600595B250A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Gráfico 13">
            <a:extLst>
              <a:ext uri="{FF2B5EF4-FFF2-40B4-BE49-F238E27FC236}">
                <a16:creationId xmlns:a16="http://schemas.microsoft.com/office/drawing/2014/main" id="{271DFDFE-0F62-6532-0E01-8A74BCF7D8C3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F491A24F-E1BA-4624-62BE-04A235CDD1E1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067312F0-DA63-11E1-98B8-7F49545BE1A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1E941F27-7EC4-5998-9164-FEA53ECA947F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30A2FE07-23E5-65BF-D3E2-AB5D969C0C9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1" name="Forma Livre: Forma 130">
              <a:extLst>
                <a:ext uri="{FF2B5EF4-FFF2-40B4-BE49-F238E27FC236}">
                  <a16:creationId xmlns:a16="http://schemas.microsoft.com/office/drawing/2014/main" id="{F641C65C-4240-78C4-DFC5-885DD029600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2" name="Forma Livre: Forma 131">
              <a:extLst>
                <a:ext uri="{FF2B5EF4-FFF2-40B4-BE49-F238E27FC236}">
                  <a16:creationId xmlns:a16="http://schemas.microsoft.com/office/drawing/2014/main" id="{7871BF5C-A16A-4DE4-7029-642E75B26DE5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3" name="Forma Livre: Forma 132">
              <a:extLst>
                <a:ext uri="{FF2B5EF4-FFF2-40B4-BE49-F238E27FC236}">
                  <a16:creationId xmlns:a16="http://schemas.microsoft.com/office/drawing/2014/main" id="{11476FAE-36E5-598C-B79D-8CE61AFCE94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4" name="Forma Livre: Forma 133">
              <a:extLst>
                <a:ext uri="{FF2B5EF4-FFF2-40B4-BE49-F238E27FC236}">
                  <a16:creationId xmlns:a16="http://schemas.microsoft.com/office/drawing/2014/main" id="{4C614116-DDFF-2009-B0F6-3C6FF2110566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5" name="Forma Livre: Forma 134">
              <a:extLst>
                <a:ext uri="{FF2B5EF4-FFF2-40B4-BE49-F238E27FC236}">
                  <a16:creationId xmlns:a16="http://schemas.microsoft.com/office/drawing/2014/main" id="{CD4D449D-A206-C1C3-A4C2-8F47CD78E7D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6" name="Forma Livre: Forma 135">
              <a:extLst>
                <a:ext uri="{FF2B5EF4-FFF2-40B4-BE49-F238E27FC236}">
                  <a16:creationId xmlns:a16="http://schemas.microsoft.com/office/drawing/2014/main" id="{82B5A30A-ADAC-D2AD-006B-591BBFF27028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5D0E10DF-D5AB-A00D-546B-9B1553EFFDB1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38" name="Gráfico 309">
              <a:extLst>
                <a:ext uri="{FF2B5EF4-FFF2-40B4-BE49-F238E27FC236}">
                  <a16:creationId xmlns:a16="http://schemas.microsoft.com/office/drawing/2014/main" id="{E9DBCAA3-3520-6F09-9C0D-163B7241E129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45" name="Forma Livre: Forma 144">
                <a:extLst>
                  <a:ext uri="{FF2B5EF4-FFF2-40B4-BE49-F238E27FC236}">
                    <a16:creationId xmlns:a16="http://schemas.microsoft.com/office/drawing/2014/main" id="{5D1BC445-5FED-05F2-8EA4-F9986BF72ED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6" name="Forma Livre: Forma 145">
                <a:extLst>
                  <a:ext uri="{FF2B5EF4-FFF2-40B4-BE49-F238E27FC236}">
                    <a16:creationId xmlns:a16="http://schemas.microsoft.com/office/drawing/2014/main" id="{501DB36B-FD94-5D10-3659-685C882D6F1C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7" name="Forma Livre: Forma 146">
                <a:extLst>
                  <a:ext uri="{FF2B5EF4-FFF2-40B4-BE49-F238E27FC236}">
                    <a16:creationId xmlns:a16="http://schemas.microsoft.com/office/drawing/2014/main" id="{D81B5D30-DE5E-4C7A-237A-66A9DB8D3419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3016E6C-8A5D-90C1-BF15-C368032C8718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C9572A6E-333C-26D7-F6F9-D2290F95F81C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39" name="Gráfico 309">
              <a:extLst>
                <a:ext uri="{FF2B5EF4-FFF2-40B4-BE49-F238E27FC236}">
                  <a16:creationId xmlns:a16="http://schemas.microsoft.com/office/drawing/2014/main" id="{A22E8528-4E65-ACB0-CD2D-EA35AA6E47B8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91C3A43B-7C29-6510-5579-8491068C1304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83FF15FB-7164-BC93-D76F-EC4C92ABE01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745F997A-D5C8-4B03-950B-AFBB35180875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3" name="Forma Livre: Forma 142">
                <a:extLst>
                  <a:ext uri="{FF2B5EF4-FFF2-40B4-BE49-F238E27FC236}">
                    <a16:creationId xmlns:a16="http://schemas.microsoft.com/office/drawing/2014/main" id="{FD4F6ABF-E016-5766-4321-D2B6DEF1103D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4" name="Forma Livre: Forma 143">
                <a:extLst>
                  <a:ext uri="{FF2B5EF4-FFF2-40B4-BE49-F238E27FC236}">
                    <a16:creationId xmlns:a16="http://schemas.microsoft.com/office/drawing/2014/main" id="{0DE30C21-A23E-2474-5F00-0C265455BBCC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50" name="Gráfico 309">
            <a:extLst>
              <a:ext uri="{FF2B5EF4-FFF2-40B4-BE49-F238E27FC236}">
                <a16:creationId xmlns:a16="http://schemas.microsoft.com/office/drawing/2014/main" id="{DF346975-AD2A-13F3-704D-33D1903B958C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51" name="Forma Livre: Forma 150">
              <a:extLst>
                <a:ext uri="{FF2B5EF4-FFF2-40B4-BE49-F238E27FC236}">
                  <a16:creationId xmlns:a16="http://schemas.microsoft.com/office/drawing/2014/main" id="{AAEFF577-647B-A797-9470-C4F3DD0E80C1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2" name="Forma Livre: Forma 151">
              <a:extLst>
                <a:ext uri="{FF2B5EF4-FFF2-40B4-BE49-F238E27FC236}">
                  <a16:creationId xmlns:a16="http://schemas.microsoft.com/office/drawing/2014/main" id="{B4E2B5BE-EE7D-D463-ACBE-94473DE0C9D4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3" name="Forma Livre: Forma 152">
              <a:extLst>
                <a:ext uri="{FF2B5EF4-FFF2-40B4-BE49-F238E27FC236}">
                  <a16:creationId xmlns:a16="http://schemas.microsoft.com/office/drawing/2014/main" id="{DFAEB3E7-94CC-7D90-539D-6ABC35892751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4" name="Forma Livre: Forma 153">
              <a:extLst>
                <a:ext uri="{FF2B5EF4-FFF2-40B4-BE49-F238E27FC236}">
                  <a16:creationId xmlns:a16="http://schemas.microsoft.com/office/drawing/2014/main" id="{9E80B3F5-73DB-656A-9E36-E8D15F236F73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5" name="Forma Livre: Forma 154">
              <a:extLst>
                <a:ext uri="{FF2B5EF4-FFF2-40B4-BE49-F238E27FC236}">
                  <a16:creationId xmlns:a16="http://schemas.microsoft.com/office/drawing/2014/main" id="{2C058423-BE48-CF4A-C2CA-55DC08B42354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3FCB784C-B1CA-6B48-3F38-9734614E6398}"/>
              </a:ext>
            </a:extLst>
          </p:cNvPr>
          <p:cNvGrpSpPr/>
          <p:nvPr userDrawn="1"/>
        </p:nvGrpSpPr>
        <p:grpSpPr>
          <a:xfrm>
            <a:off x="400929" y="198288"/>
            <a:ext cx="7675304" cy="1625151"/>
            <a:chOff x="400929" y="5249389"/>
            <a:chExt cx="7675304" cy="1625151"/>
          </a:xfrm>
        </p:grpSpPr>
        <p:sp>
          <p:nvSpPr>
            <p:cNvPr id="158" name="Título 1">
              <a:extLst>
                <a:ext uri="{FF2B5EF4-FFF2-40B4-BE49-F238E27FC236}">
                  <a16:creationId xmlns:a16="http://schemas.microsoft.com/office/drawing/2014/main" id="{BA989D2D-1AF1-896D-DAD9-5066D9E4595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159" name="Título 1">
              <a:extLst>
                <a:ext uri="{FF2B5EF4-FFF2-40B4-BE49-F238E27FC236}">
                  <a16:creationId xmlns:a16="http://schemas.microsoft.com/office/drawing/2014/main" id="{5B239F75-3348-9C2A-D148-E31B9E8B34F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858499" y="5872994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_COM MICROSOFT AZURE</a:t>
              </a:r>
            </a:p>
          </p:txBody>
        </p:sp>
        <p:grpSp>
          <p:nvGrpSpPr>
            <p:cNvPr id="160" name="Agrupar 159">
              <a:extLst>
                <a:ext uri="{FF2B5EF4-FFF2-40B4-BE49-F238E27FC236}">
                  <a16:creationId xmlns:a16="http://schemas.microsoft.com/office/drawing/2014/main" id="{FE5D4FC0-03D8-ECF7-8AAB-65CCDA3A2A6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61" name="Retângulo 160">
                <a:extLst>
                  <a:ext uri="{FF2B5EF4-FFF2-40B4-BE49-F238E27FC236}">
                    <a16:creationId xmlns:a16="http://schemas.microsoft.com/office/drawing/2014/main" id="{99B2BCB8-FD00-AC01-BE8B-7E84F070515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Retângulo 161">
                <a:extLst>
                  <a:ext uri="{FF2B5EF4-FFF2-40B4-BE49-F238E27FC236}">
                    <a16:creationId xmlns:a16="http://schemas.microsoft.com/office/drawing/2014/main" id="{E90E6292-2967-6E99-67CF-ADAEC87791AC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63" name="Google Shape;642;p44">
            <a:extLst>
              <a:ext uri="{FF2B5EF4-FFF2-40B4-BE49-F238E27FC236}">
                <a16:creationId xmlns:a16="http://schemas.microsoft.com/office/drawing/2014/main" id="{2208D636-E307-5469-04CA-9B5B12BFFE1E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9787DA2E-09F6-54CF-3F03-A5E7535ECFAF}"/>
              </a:ext>
            </a:extLst>
          </p:cNvPr>
          <p:cNvGrpSpPr/>
          <p:nvPr userDrawn="1"/>
        </p:nvGrpSpPr>
        <p:grpSpPr>
          <a:xfrm>
            <a:off x="8925927" y="1445447"/>
            <a:ext cx="2596950" cy="379683"/>
            <a:chOff x="770481" y="618562"/>
            <a:chExt cx="3833269" cy="560437"/>
          </a:xfrm>
          <a:solidFill>
            <a:schemeClr val="bg1"/>
          </a:solidFill>
        </p:grpSpPr>
        <p:sp>
          <p:nvSpPr>
            <p:cNvPr id="167" name="Forma Livre: Forma 166">
              <a:extLst>
                <a:ext uri="{FF2B5EF4-FFF2-40B4-BE49-F238E27FC236}">
                  <a16:creationId xmlns:a16="http://schemas.microsoft.com/office/drawing/2014/main" id="{CD28D0BC-9B56-250E-6074-E371ABC47656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8" name="Forma Livre: Forma 167">
              <a:extLst>
                <a:ext uri="{FF2B5EF4-FFF2-40B4-BE49-F238E27FC236}">
                  <a16:creationId xmlns:a16="http://schemas.microsoft.com/office/drawing/2014/main" id="{E047D7C1-B4F5-82D1-64F1-8C8A0C3D3453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9" name="Forma Livre: Forma 168">
              <a:extLst>
                <a:ext uri="{FF2B5EF4-FFF2-40B4-BE49-F238E27FC236}">
                  <a16:creationId xmlns:a16="http://schemas.microsoft.com/office/drawing/2014/main" id="{D08C9C17-E7F2-1183-4764-9B049A27079B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0" name="Forma Livre: Forma 169">
              <a:extLst>
                <a:ext uri="{FF2B5EF4-FFF2-40B4-BE49-F238E27FC236}">
                  <a16:creationId xmlns:a16="http://schemas.microsoft.com/office/drawing/2014/main" id="{5941B215-D52E-8C7F-EF0D-6F8DBF023549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171" name="Gráfico 170">
              <a:extLst>
                <a:ext uri="{FF2B5EF4-FFF2-40B4-BE49-F238E27FC236}">
                  <a16:creationId xmlns:a16="http://schemas.microsoft.com/office/drawing/2014/main" id="{C61FE1FF-528B-AA1B-E486-ED3B827F71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2174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ower 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25679"/>
            <a:chOff x="4352714" y="2170117"/>
            <a:chExt cx="3062305" cy="1300329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714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_POWER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PLATFORM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847531" y="5352185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1F353BD7-EE32-3B3A-84AC-4B315839A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7041" y="3980866"/>
            <a:ext cx="1347785" cy="1447621"/>
          </a:xfrm>
          <a:prstGeom prst="rect">
            <a:avLst/>
          </a:prstGeom>
        </p:spPr>
      </p:pic>
      <p:grpSp>
        <p:nvGrpSpPr>
          <p:cNvPr id="30" name="Gráfico 12">
            <a:extLst>
              <a:ext uri="{FF2B5EF4-FFF2-40B4-BE49-F238E27FC236}">
                <a16:creationId xmlns:a16="http://schemas.microsoft.com/office/drawing/2014/main" id="{C0A2F0F1-2EFB-53A3-CAE7-F90C69C06854}"/>
              </a:ext>
            </a:extLst>
          </p:cNvPr>
          <p:cNvGrpSpPr/>
          <p:nvPr/>
        </p:nvGrpSpPr>
        <p:grpSpPr>
          <a:xfrm>
            <a:off x="747030" y="880604"/>
            <a:ext cx="464177" cy="486116"/>
            <a:chOff x="747030" y="933265"/>
            <a:chExt cx="321387" cy="336577"/>
          </a:xfrm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6E89E629-D042-0790-7AC7-1193FE664456}"/>
                </a:ext>
              </a:extLst>
            </p:cNvPr>
            <p:cNvSpPr/>
            <p:nvPr/>
          </p:nvSpPr>
          <p:spPr>
            <a:xfrm>
              <a:off x="747030" y="1139095"/>
              <a:ext cx="131152" cy="130746"/>
            </a:xfrm>
            <a:custGeom>
              <a:avLst/>
              <a:gdLst>
                <a:gd name="connsiteX0" fmla="*/ 25760 w 131152"/>
                <a:gd name="connsiteY0" fmla="*/ 0 h 130746"/>
                <a:gd name="connsiteX1" fmla="*/ 131153 w 131152"/>
                <a:gd name="connsiteY1" fmla="*/ 0 h 130746"/>
                <a:gd name="connsiteX2" fmla="*/ 69410 w 131152"/>
                <a:gd name="connsiteY2" fmla="*/ 123485 h 130746"/>
                <a:gd name="connsiteX3" fmla="*/ 45906 w 131152"/>
                <a:gd name="connsiteY3" fmla="*/ 123485 h 130746"/>
                <a:gd name="connsiteX4" fmla="*/ 2745 w 131152"/>
                <a:gd name="connsiteY4" fmla="*/ 37228 h 130746"/>
                <a:gd name="connsiteX5" fmla="*/ 25760 w 131152"/>
                <a:gd name="connsiteY5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491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0C822B5C-B75F-6ADC-5F50-9A79EE1A3749}"/>
                </a:ext>
              </a:extLst>
            </p:cNvPr>
            <p:cNvSpPr/>
            <p:nvPr/>
          </p:nvSpPr>
          <p:spPr>
            <a:xfrm>
              <a:off x="820122" y="933265"/>
              <a:ext cx="248294" cy="191161"/>
            </a:xfrm>
            <a:custGeom>
              <a:avLst/>
              <a:gdLst>
                <a:gd name="connsiteX0" fmla="*/ 47825 w 248294"/>
                <a:gd name="connsiteY0" fmla="*/ 0 h 191161"/>
                <a:gd name="connsiteX1" fmla="*/ 193086 w 248294"/>
                <a:gd name="connsiteY1" fmla="*/ 0 h 191161"/>
                <a:gd name="connsiteX2" fmla="*/ 242409 w 248294"/>
                <a:gd name="connsiteY2" fmla="*/ 79803 h 191161"/>
                <a:gd name="connsiteX3" fmla="*/ 195075 w 248294"/>
                <a:gd name="connsiteY3" fmla="*/ 174503 h 191161"/>
                <a:gd name="connsiteX4" fmla="*/ 194618 w 248294"/>
                <a:gd name="connsiteY4" fmla="*/ 175416 h 191161"/>
                <a:gd name="connsiteX5" fmla="*/ 186729 w 248294"/>
                <a:gd name="connsiteY5" fmla="*/ 191161 h 191161"/>
                <a:gd name="connsiteX6" fmla="*/ 195042 w 248294"/>
                <a:gd name="connsiteY6" fmla="*/ 174503 h 191161"/>
                <a:gd name="connsiteX7" fmla="*/ 145296 w 248294"/>
                <a:gd name="connsiteY7" fmla="*/ 95581 h 191161"/>
                <a:gd name="connsiteX8" fmla="*/ 13172 w 248294"/>
                <a:gd name="connsiteY8" fmla="*/ 95581 h 191161"/>
                <a:gd name="connsiteX9" fmla="*/ 1404 w 248294"/>
                <a:gd name="connsiteY9" fmla="*/ 76543 h 191161"/>
                <a:gd name="connsiteX10" fmla="*/ 36056 w 248294"/>
                <a:gd name="connsiteY10" fmla="*/ 7270 h 191161"/>
                <a:gd name="connsiteX11" fmla="*/ 47825 w 248294"/>
                <a:gd name="connsiteY11" fmla="*/ 0 h 19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7944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28928D73-4CB4-EC3B-9A6C-9FFF3A0FBFA2}"/>
                </a:ext>
              </a:extLst>
            </p:cNvPr>
            <p:cNvSpPr/>
            <p:nvPr/>
          </p:nvSpPr>
          <p:spPr>
            <a:xfrm>
              <a:off x="820122" y="933265"/>
              <a:ext cx="248294" cy="183793"/>
            </a:xfrm>
            <a:custGeom>
              <a:avLst/>
              <a:gdLst>
                <a:gd name="connsiteX0" fmla="*/ 47825 w 248294"/>
                <a:gd name="connsiteY0" fmla="*/ 0 h 183793"/>
                <a:gd name="connsiteX1" fmla="*/ 193086 w 248294"/>
                <a:gd name="connsiteY1" fmla="*/ 0 h 183793"/>
                <a:gd name="connsiteX2" fmla="*/ 242409 w 248294"/>
                <a:gd name="connsiteY2" fmla="*/ 79803 h 183793"/>
                <a:gd name="connsiteX3" fmla="*/ 194977 w 248294"/>
                <a:gd name="connsiteY3" fmla="*/ 174699 h 183793"/>
                <a:gd name="connsiteX4" fmla="*/ 194651 w 248294"/>
                <a:gd name="connsiteY4" fmla="*/ 175383 h 183793"/>
                <a:gd name="connsiteX5" fmla="*/ 190446 w 248294"/>
                <a:gd name="connsiteY5" fmla="*/ 183794 h 183793"/>
                <a:gd name="connsiteX6" fmla="*/ 194977 w 248294"/>
                <a:gd name="connsiteY6" fmla="*/ 174699 h 183793"/>
                <a:gd name="connsiteX7" fmla="*/ 145329 w 248294"/>
                <a:gd name="connsiteY7" fmla="*/ 95581 h 183793"/>
                <a:gd name="connsiteX8" fmla="*/ 13172 w 248294"/>
                <a:gd name="connsiteY8" fmla="*/ 95581 h 183793"/>
                <a:gd name="connsiteX9" fmla="*/ 1404 w 248294"/>
                <a:gd name="connsiteY9" fmla="*/ 76543 h 183793"/>
                <a:gd name="connsiteX10" fmla="*/ 36056 w 248294"/>
                <a:gd name="connsiteY10" fmla="*/ 7270 h 183793"/>
                <a:gd name="connsiteX11" fmla="*/ 47825 w 248294"/>
                <a:gd name="connsiteY11" fmla="*/ 0 h 18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004A8B"/>
                </a:gs>
                <a:gs pos="41000">
                  <a:srgbClr val="105DA8">
                    <a:alpha val="49804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578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718B4A44-BBAB-DADC-3B80-5D998350D454}"/>
                </a:ext>
              </a:extLst>
            </p:cNvPr>
            <p:cNvSpPr/>
            <p:nvPr/>
          </p:nvSpPr>
          <p:spPr>
            <a:xfrm>
              <a:off x="749644" y="1008242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443A851-4C88-8704-F7D9-DE121BB0D463}"/>
                </a:ext>
              </a:extLst>
            </p:cNvPr>
            <p:cNvSpPr/>
            <p:nvPr/>
          </p:nvSpPr>
          <p:spPr>
            <a:xfrm>
              <a:off x="749644" y="1014110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1C895B7-CD2F-6EAA-B611-E3515AEB6058}"/>
                </a:ext>
              </a:extLst>
            </p:cNvPr>
            <p:cNvSpPr/>
            <p:nvPr/>
          </p:nvSpPr>
          <p:spPr>
            <a:xfrm>
              <a:off x="749644" y="1006776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80635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2D2C48C5-DECB-2DDE-9C3B-8F46AB07FA77}"/>
                </a:ext>
              </a:extLst>
            </p:cNvPr>
            <p:cNvSpPr/>
            <p:nvPr/>
          </p:nvSpPr>
          <p:spPr>
            <a:xfrm>
              <a:off x="749775" y="1014143"/>
              <a:ext cx="312201" cy="139491"/>
            </a:xfrm>
            <a:custGeom>
              <a:avLst/>
              <a:gdLst>
                <a:gd name="connsiteX0" fmla="*/ 215513 w 312201"/>
                <a:gd name="connsiteY0" fmla="*/ 124952 h 139491"/>
                <a:gd name="connsiteX1" fmla="*/ 23504 w 312201"/>
                <a:gd name="connsiteY1" fmla="*/ 124952 h 139491"/>
                <a:gd name="connsiteX2" fmla="*/ 0 w 312201"/>
                <a:gd name="connsiteY2" fmla="*/ 139492 h 139491"/>
                <a:gd name="connsiteX3" fmla="*/ 47790 w 312201"/>
                <a:gd name="connsiteY3" fmla="*/ 43944 h 139491"/>
                <a:gd name="connsiteX4" fmla="*/ 71294 w 312201"/>
                <a:gd name="connsiteY4" fmla="*/ 29404 h 139491"/>
                <a:gd name="connsiteX5" fmla="*/ 264411 w 312201"/>
                <a:gd name="connsiteY5" fmla="*/ 29404 h 139491"/>
                <a:gd name="connsiteX6" fmla="*/ 312202 w 312201"/>
                <a:gd name="connsiteY6" fmla="*/ 0 h 139491"/>
                <a:gd name="connsiteX7" fmla="*/ 264835 w 312201"/>
                <a:gd name="connsiteY7" fmla="*/ 94537 h 139491"/>
                <a:gd name="connsiteX8" fmla="*/ 215545 w 312201"/>
                <a:gd name="connsiteY8" fmla="*/ 124985 h 13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>
              <a:gsLst>
                <a:gs pos="0">
                  <a:srgbClr val="A8E47C">
                    <a:alpha val="85882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2887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81695326-C022-0715-939D-C8A5EAF221C7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87" name="Gráfico 4">
              <a:extLst>
                <a:ext uri="{FF2B5EF4-FFF2-40B4-BE49-F238E27FC236}">
                  <a16:creationId xmlns:a16="http://schemas.microsoft.com/office/drawing/2014/main" id="{B47A6E96-7525-05AB-28FF-1741D52D613E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94" name="Forma Livre: Forma 93">
                <a:extLst>
                  <a:ext uri="{FF2B5EF4-FFF2-40B4-BE49-F238E27FC236}">
                    <a16:creationId xmlns:a16="http://schemas.microsoft.com/office/drawing/2014/main" id="{DEE4F284-280A-419A-507A-64C1F0CCD999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72B6E9E2-88EC-4650-92B9-3B12B724B623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8737B05-DEBB-A623-035E-16587FEE176B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46130742-F717-CAF6-6CD0-8271B4618101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909FEB12-3ED8-9C5E-8B52-F35FBD7BC669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8" name="Gráfico 4">
              <a:extLst>
                <a:ext uri="{FF2B5EF4-FFF2-40B4-BE49-F238E27FC236}">
                  <a16:creationId xmlns:a16="http://schemas.microsoft.com/office/drawing/2014/main" id="{BEDF8CA5-3FBD-FE9D-F4E5-B88393B678D9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284844F9-62F0-8F83-B128-59E1729441D9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0" name="Forma Livre: Forma 89">
                <a:extLst>
                  <a:ext uri="{FF2B5EF4-FFF2-40B4-BE49-F238E27FC236}">
                    <a16:creationId xmlns:a16="http://schemas.microsoft.com/office/drawing/2014/main" id="{D5DDBE76-BCD6-EC50-1774-C464A4F821AE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1" name="Forma Livre: Forma 90">
                <a:extLst>
                  <a:ext uri="{FF2B5EF4-FFF2-40B4-BE49-F238E27FC236}">
                    <a16:creationId xmlns:a16="http://schemas.microsoft.com/office/drawing/2014/main" id="{D23B2824-3D55-8E31-A7F2-34B865C07F23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2" name="Forma Livre: Forma 91">
                <a:extLst>
                  <a:ext uri="{FF2B5EF4-FFF2-40B4-BE49-F238E27FC236}">
                    <a16:creationId xmlns:a16="http://schemas.microsoft.com/office/drawing/2014/main" id="{FA65FD98-7F4A-1E5E-5DB2-CA7B5D053AF7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3" name="Forma Livre: Forma 92">
                <a:extLst>
                  <a:ext uri="{FF2B5EF4-FFF2-40B4-BE49-F238E27FC236}">
                    <a16:creationId xmlns:a16="http://schemas.microsoft.com/office/drawing/2014/main" id="{C3B5D276-2C51-231B-E02B-5D020C2D555A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4237E569-699E-AC99-A24C-958F8CDE0698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80E175BD-5B55-60A2-2599-5147F84CE4C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4E6F7D5-CAA0-1313-341B-6F475A5CB9AB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907200FF-78D1-4CD5-425E-92470AFF3455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5EE2338-F0A6-AD48-5D28-5581A8A2060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823B1273-0226-715B-1DD5-9E954F2F7BF9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500DA084-ED4F-E1B4-E922-9277916BB658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92CE5D26-0404-8FA6-6E74-D8D593C47B27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6691E54B-7D4A-6A89-0E5C-5D4E65CB41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A14CF2AC-C69A-0FBC-ABE8-8662AE26F1AA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ED9965EC-45AA-A1D4-BAA3-AF1FFB69EB17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979A09DF-FEA1-0CBA-219C-64B5955C97A8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CFD093D1-B373-752A-4D33-7C1900A0A864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85E809C8-CB43-74E3-321F-A7767663BF56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0B83632-9C23-DC04-6622-AC89C53D04FF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7159979B-C502-94DF-9C13-A7340E71E52F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4649170B-8C7C-EEB0-0C4C-151339070A04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3434999D-0E90-67A9-2C8E-34D567AADDAB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0" name="Forma Livre: Forma 79">
                <a:extLst>
                  <a:ext uri="{FF2B5EF4-FFF2-40B4-BE49-F238E27FC236}">
                    <a16:creationId xmlns:a16="http://schemas.microsoft.com/office/drawing/2014/main" id="{596C69AF-289B-132E-A069-CE4AC4A5F92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" name="Forma Livre: Forma 80">
                <a:extLst>
                  <a:ext uri="{FF2B5EF4-FFF2-40B4-BE49-F238E27FC236}">
                    <a16:creationId xmlns:a16="http://schemas.microsoft.com/office/drawing/2014/main" id="{452DCA2A-0772-897A-83C5-5932F8467DC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2" name="Forma Livre: Forma 81">
                <a:extLst>
                  <a:ext uri="{FF2B5EF4-FFF2-40B4-BE49-F238E27FC236}">
                    <a16:creationId xmlns:a16="http://schemas.microsoft.com/office/drawing/2014/main" id="{3F030F0D-8AB0-0576-FCC7-F0A28F944644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" name="Forma Livre: Forma 82">
                <a:extLst>
                  <a:ext uri="{FF2B5EF4-FFF2-40B4-BE49-F238E27FC236}">
                    <a16:creationId xmlns:a16="http://schemas.microsoft.com/office/drawing/2014/main" id="{3B973990-39D7-6AB0-915E-7B202F8E7DF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4" name="Forma Livre: Forma 83">
                <a:extLst>
                  <a:ext uri="{FF2B5EF4-FFF2-40B4-BE49-F238E27FC236}">
                    <a16:creationId xmlns:a16="http://schemas.microsoft.com/office/drawing/2014/main" id="{1DC09F12-C041-8101-9771-3B32A01CDE42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5" name="Forma Livre: Forma 84">
                <a:extLst>
                  <a:ext uri="{FF2B5EF4-FFF2-40B4-BE49-F238E27FC236}">
                    <a16:creationId xmlns:a16="http://schemas.microsoft.com/office/drawing/2014/main" id="{910AB1F8-7D19-DFCC-7347-31615DB134D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" name="Forma Livre: Forma 85">
                <a:extLst>
                  <a:ext uri="{FF2B5EF4-FFF2-40B4-BE49-F238E27FC236}">
                    <a16:creationId xmlns:a16="http://schemas.microsoft.com/office/drawing/2014/main" id="{4B423140-4315-35D1-373C-98FC09A633C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67286A4-C44C-BE0C-53C5-F7E30693C76F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0A422960-F255-416C-A691-5314D0D524C1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0E0AD25-E98E-1F79-C821-6F93781FEEF9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2276AF31-E27C-4A1E-B019-39C7BFF06524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BCCD331E-74C4-002A-23F8-CC4106842DCE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944E8A4D-59C8-317E-133A-71DA2CB6DE39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C24C0E2A-0296-4F4C-F13F-82E07B6F6320}"/>
              </a:ext>
            </a:extLst>
          </p:cNvPr>
          <p:cNvGrpSpPr/>
          <p:nvPr userDrawn="1"/>
        </p:nvGrpSpPr>
        <p:grpSpPr>
          <a:xfrm>
            <a:off x="1275312" y="995042"/>
            <a:ext cx="1193620" cy="212552"/>
            <a:chOff x="1275312" y="995042"/>
            <a:chExt cx="1193620" cy="212552"/>
          </a:xfrm>
          <a:solidFill>
            <a:schemeClr val="bg1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CBBD698A-26C4-5198-6DC2-AE790722A92D}"/>
                </a:ext>
              </a:extLst>
            </p:cNvPr>
            <p:cNvSpPr/>
            <p:nvPr/>
          </p:nvSpPr>
          <p:spPr>
            <a:xfrm>
              <a:off x="1275312" y="1010185"/>
              <a:ext cx="209156" cy="194045"/>
            </a:xfrm>
            <a:custGeom>
              <a:avLst/>
              <a:gdLst>
                <a:gd name="connsiteX0" fmla="*/ 113638 w 209156"/>
                <a:gd name="connsiteY0" fmla="*/ 125028 h 194045"/>
                <a:gd name="connsiteX1" fmla="*/ 109723 w 209156"/>
                <a:gd name="connsiteY1" fmla="*/ 135835 h 194045"/>
                <a:gd name="connsiteX2" fmla="*/ 105128 w 209156"/>
                <a:gd name="connsiteY2" fmla="*/ 149911 h 194045"/>
                <a:gd name="connsiteX3" fmla="*/ 104319 w 209156"/>
                <a:gd name="connsiteY3" fmla="*/ 149911 h 194045"/>
                <a:gd name="connsiteX4" fmla="*/ 101278 w 209156"/>
                <a:gd name="connsiteY4" fmla="*/ 138553 h 194045"/>
                <a:gd name="connsiteX5" fmla="*/ 96327 w 209156"/>
                <a:gd name="connsiteY5" fmla="*/ 125416 h 194045"/>
                <a:gd name="connsiteX6" fmla="*/ 46530 w 209156"/>
                <a:gd name="connsiteY6" fmla="*/ 0 h 194045"/>
                <a:gd name="connsiteX7" fmla="*/ 0 w 209156"/>
                <a:gd name="connsiteY7" fmla="*/ 0 h 194045"/>
                <a:gd name="connsiteX8" fmla="*/ 0 w 209156"/>
                <a:gd name="connsiteY8" fmla="*/ 194013 h 194045"/>
                <a:gd name="connsiteX9" fmla="*/ 30448 w 209156"/>
                <a:gd name="connsiteY9" fmla="*/ 194013 h 194045"/>
                <a:gd name="connsiteX10" fmla="*/ 30448 w 209156"/>
                <a:gd name="connsiteY10" fmla="*/ 74971 h 194045"/>
                <a:gd name="connsiteX11" fmla="*/ 30124 w 209156"/>
                <a:gd name="connsiteY11" fmla="*/ 52095 h 194045"/>
                <a:gd name="connsiteX12" fmla="*/ 28960 w 209156"/>
                <a:gd name="connsiteY12" fmla="*/ 30998 h 194045"/>
                <a:gd name="connsiteX13" fmla="*/ 29898 w 209156"/>
                <a:gd name="connsiteY13" fmla="*/ 30998 h 194045"/>
                <a:gd name="connsiteX14" fmla="*/ 33069 w 209156"/>
                <a:gd name="connsiteY14" fmla="*/ 45624 h 194045"/>
                <a:gd name="connsiteX15" fmla="*/ 35722 w 209156"/>
                <a:gd name="connsiteY15" fmla="*/ 54425 h 194045"/>
                <a:gd name="connsiteX16" fmla="*/ 92282 w 209156"/>
                <a:gd name="connsiteY16" fmla="*/ 194046 h 194045"/>
                <a:gd name="connsiteX17" fmla="*/ 115288 w 209156"/>
                <a:gd name="connsiteY17" fmla="*/ 194046 h 194045"/>
                <a:gd name="connsiteX18" fmla="*/ 171557 w 209156"/>
                <a:gd name="connsiteY18" fmla="*/ 53357 h 194045"/>
                <a:gd name="connsiteX19" fmla="*/ 174340 w 209156"/>
                <a:gd name="connsiteY19" fmla="*/ 44426 h 194045"/>
                <a:gd name="connsiteX20" fmla="*/ 177382 w 209156"/>
                <a:gd name="connsiteY20" fmla="*/ 31030 h 194045"/>
                <a:gd name="connsiteX21" fmla="*/ 178320 w 209156"/>
                <a:gd name="connsiteY21" fmla="*/ 31030 h 194045"/>
                <a:gd name="connsiteX22" fmla="*/ 177026 w 209156"/>
                <a:gd name="connsiteY22" fmla="*/ 52321 h 194045"/>
                <a:gd name="connsiteX23" fmla="*/ 176540 w 209156"/>
                <a:gd name="connsiteY23" fmla="*/ 70797 h 194045"/>
                <a:gd name="connsiteX24" fmla="*/ 176540 w 209156"/>
                <a:gd name="connsiteY24" fmla="*/ 194046 h 194045"/>
                <a:gd name="connsiteX25" fmla="*/ 209156 w 209156"/>
                <a:gd name="connsiteY25" fmla="*/ 194046 h 194045"/>
                <a:gd name="connsiteX26" fmla="*/ 209156 w 209156"/>
                <a:gd name="connsiteY26" fmla="*/ 0 h 194045"/>
                <a:gd name="connsiteX27" fmla="*/ 163986 w 209156"/>
                <a:gd name="connsiteY27" fmla="*/ 0 h 194045"/>
                <a:gd name="connsiteX28" fmla="*/ 113671 w 209156"/>
                <a:gd name="connsiteY28" fmla="*/ 124996 h 19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8D41F5EC-B2AB-4B94-77A1-6C4697775D9A}"/>
                </a:ext>
              </a:extLst>
            </p:cNvPr>
            <p:cNvSpPr/>
            <p:nvPr/>
          </p:nvSpPr>
          <p:spPr>
            <a:xfrm>
              <a:off x="1527535" y="1062280"/>
              <a:ext cx="32195" cy="141918"/>
            </a:xfrm>
            <a:custGeom>
              <a:avLst/>
              <a:gdLst>
                <a:gd name="connsiteX0" fmla="*/ 0 w 32195"/>
                <a:gd name="connsiteY0" fmla="*/ 0 h 141918"/>
                <a:gd name="connsiteX1" fmla="*/ 32195 w 32195"/>
                <a:gd name="connsiteY1" fmla="*/ 0 h 141918"/>
                <a:gd name="connsiteX2" fmla="*/ 32195 w 32195"/>
                <a:gd name="connsiteY2" fmla="*/ 141918 h 141918"/>
                <a:gd name="connsiteX3" fmla="*/ 0 w 32195"/>
                <a:gd name="connsiteY3" fmla="*/ 141918 h 14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56F2DBF2-9800-8CF6-C629-F079F6042A25}"/>
                </a:ext>
              </a:extLst>
            </p:cNvPr>
            <p:cNvSpPr/>
            <p:nvPr/>
          </p:nvSpPr>
          <p:spPr>
            <a:xfrm>
              <a:off x="1523588" y="998698"/>
              <a:ext cx="40737" cy="38537"/>
            </a:xfrm>
            <a:custGeom>
              <a:avLst/>
              <a:gdLst>
                <a:gd name="connsiteX0" fmla="*/ 20320 w 40737"/>
                <a:gd name="connsiteY0" fmla="*/ 0 h 38537"/>
                <a:gd name="connsiteX1" fmla="*/ 5760 w 40737"/>
                <a:gd name="connsiteY1" fmla="*/ 5404 h 38537"/>
                <a:gd name="connsiteX2" fmla="*/ 0 w 40737"/>
                <a:gd name="connsiteY2" fmla="*/ 19350 h 38537"/>
                <a:gd name="connsiteX3" fmla="*/ 5760 w 40737"/>
                <a:gd name="connsiteY3" fmla="*/ 33004 h 38537"/>
                <a:gd name="connsiteX4" fmla="*/ 20320 w 40737"/>
                <a:gd name="connsiteY4" fmla="*/ 38537 h 38537"/>
                <a:gd name="connsiteX5" fmla="*/ 34913 w 40737"/>
                <a:gd name="connsiteY5" fmla="*/ 33069 h 38537"/>
                <a:gd name="connsiteX6" fmla="*/ 40738 w 40737"/>
                <a:gd name="connsiteY6" fmla="*/ 19350 h 38537"/>
                <a:gd name="connsiteX7" fmla="*/ 34913 w 40737"/>
                <a:gd name="connsiteY7" fmla="*/ 5404 h 38537"/>
                <a:gd name="connsiteX8" fmla="*/ 20320 w 40737"/>
                <a:gd name="connsiteY8" fmla="*/ 0 h 38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A825D239-7D66-9885-C8A0-95382A60AE0A}"/>
                </a:ext>
              </a:extLst>
            </p:cNvPr>
            <p:cNvSpPr/>
            <p:nvPr/>
          </p:nvSpPr>
          <p:spPr>
            <a:xfrm>
              <a:off x="1592249" y="1058914"/>
              <a:ext cx="117035" cy="148680"/>
            </a:xfrm>
            <a:custGeom>
              <a:avLst/>
              <a:gdLst>
                <a:gd name="connsiteX0" fmla="*/ 75748 w 117035"/>
                <a:gd name="connsiteY0" fmla="*/ 25562 h 148680"/>
                <a:gd name="connsiteX1" fmla="*/ 90438 w 117035"/>
                <a:gd name="connsiteY1" fmla="*/ 27374 h 148680"/>
                <a:gd name="connsiteX2" fmla="*/ 104319 w 117035"/>
                <a:gd name="connsiteY2" fmla="*/ 33263 h 148680"/>
                <a:gd name="connsiteX3" fmla="*/ 117036 w 117035"/>
                <a:gd name="connsiteY3" fmla="*/ 10807 h 148680"/>
                <a:gd name="connsiteX4" fmla="*/ 97136 w 117035"/>
                <a:gd name="connsiteY4" fmla="*/ 2556 h 148680"/>
                <a:gd name="connsiteX5" fmla="*/ 75360 w 117035"/>
                <a:gd name="connsiteY5" fmla="*/ 0 h 148680"/>
                <a:gd name="connsiteX6" fmla="*/ 20417 w 117035"/>
                <a:gd name="connsiteY6" fmla="*/ 21032 h 148680"/>
                <a:gd name="connsiteX7" fmla="*/ 0 w 117035"/>
                <a:gd name="connsiteY7" fmla="*/ 77657 h 148680"/>
                <a:gd name="connsiteX8" fmla="*/ 19544 w 117035"/>
                <a:gd name="connsiteY8" fmla="*/ 129461 h 148680"/>
                <a:gd name="connsiteX9" fmla="*/ 71833 w 117035"/>
                <a:gd name="connsiteY9" fmla="*/ 148681 h 148680"/>
                <a:gd name="connsiteX10" fmla="*/ 94774 w 117035"/>
                <a:gd name="connsiteY10" fmla="*/ 145704 h 148680"/>
                <a:gd name="connsiteX11" fmla="*/ 115936 w 117035"/>
                <a:gd name="connsiteY11" fmla="*/ 136094 h 148680"/>
                <a:gd name="connsiteX12" fmla="*/ 102669 w 117035"/>
                <a:gd name="connsiteY12" fmla="*/ 114188 h 148680"/>
                <a:gd name="connsiteX13" fmla="*/ 87979 w 117035"/>
                <a:gd name="connsiteY13" fmla="*/ 121080 h 148680"/>
                <a:gd name="connsiteX14" fmla="*/ 74777 w 117035"/>
                <a:gd name="connsiteY14" fmla="*/ 123119 h 148680"/>
                <a:gd name="connsiteX15" fmla="*/ 44685 w 117035"/>
                <a:gd name="connsiteY15" fmla="*/ 110597 h 148680"/>
                <a:gd name="connsiteX16" fmla="*/ 32842 w 117035"/>
                <a:gd name="connsiteY16" fmla="*/ 74939 h 148680"/>
                <a:gd name="connsiteX17" fmla="*/ 44006 w 117035"/>
                <a:gd name="connsiteY17" fmla="*/ 39023 h 148680"/>
                <a:gd name="connsiteX18" fmla="*/ 75716 w 117035"/>
                <a:gd name="connsiteY18" fmla="*/ 25562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F228D065-0BCE-4A64-1F93-71C09DB8045D}"/>
                </a:ext>
              </a:extLst>
            </p:cNvPr>
            <p:cNvSpPr/>
            <p:nvPr/>
          </p:nvSpPr>
          <p:spPr>
            <a:xfrm>
              <a:off x="1734071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DBC42805-EE9F-3A5B-65AB-5A9B1FB4B725}"/>
                </a:ext>
              </a:extLst>
            </p:cNvPr>
            <p:cNvSpPr/>
            <p:nvPr/>
          </p:nvSpPr>
          <p:spPr>
            <a:xfrm>
              <a:off x="1828974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D96C2789-6978-D7E8-69A3-F0766EB0E2B8}"/>
                </a:ext>
              </a:extLst>
            </p:cNvPr>
            <p:cNvSpPr/>
            <p:nvPr/>
          </p:nvSpPr>
          <p:spPr>
            <a:xfrm>
              <a:off x="1992766" y="1058882"/>
              <a:ext cx="106293" cy="148648"/>
            </a:xfrm>
            <a:custGeom>
              <a:avLst/>
              <a:gdLst>
                <a:gd name="connsiteX0" fmla="*/ 61640 w 106293"/>
                <a:gd name="connsiteY0" fmla="*/ 59667 h 148648"/>
                <a:gd name="connsiteX1" fmla="*/ 40188 w 106293"/>
                <a:gd name="connsiteY1" fmla="*/ 52160 h 148648"/>
                <a:gd name="connsiteX2" fmla="*/ 34040 w 106293"/>
                <a:gd name="connsiteY2" fmla="*/ 40576 h 148648"/>
                <a:gd name="connsiteX3" fmla="*/ 40479 w 106293"/>
                <a:gd name="connsiteY3" fmla="*/ 28539 h 148648"/>
                <a:gd name="connsiteX4" fmla="*/ 58405 w 106293"/>
                <a:gd name="connsiteY4" fmla="*/ 24203 h 148648"/>
                <a:gd name="connsiteX5" fmla="*/ 73904 w 106293"/>
                <a:gd name="connsiteY5" fmla="*/ 26630 h 148648"/>
                <a:gd name="connsiteX6" fmla="*/ 90470 w 106293"/>
                <a:gd name="connsiteY6" fmla="*/ 34752 h 148648"/>
                <a:gd name="connsiteX7" fmla="*/ 103187 w 106293"/>
                <a:gd name="connsiteY7" fmla="*/ 12716 h 148648"/>
                <a:gd name="connsiteX8" fmla="*/ 82219 w 106293"/>
                <a:gd name="connsiteY8" fmla="*/ 3042 h 148648"/>
                <a:gd name="connsiteX9" fmla="*/ 59505 w 106293"/>
                <a:gd name="connsiteY9" fmla="*/ 0 h 148648"/>
                <a:gd name="connsiteX10" fmla="*/ 20191 w 106293"/>
                <a:gd name="connsiteY10" fmla="*/ 12231 h 148648"/>
                <a:gd name="connsiteX11" fmla="*/ 4983 w 106293"/>
                <a:gd name="connsiteY11" fmla="*/ 43812 h 148648"/>
                <a:gd name="connsiteX12" fmla="*/ 15596 w 106293"/>
                <a:gd name="connsiteY12" fmla="*/ 70862 h 148648"/>
                <a:gd name="connsiteX13" fmla="*/ 52742 w 106293"/>
                <a:gd name="connsiteY13" fmla="*/ 87364 h 148648"/>
                <a:gd name="connsiteX14" fmla="*/ 71347 w 106293"/>
                <a:gd name="connsiteY14" fmla="*/ 95065 h 148648"/>
                <a:gd name="connsiteX15" fmla="*/ 76978 w 106293"/>
                <a:gd name="connsiteY15" fmla="*/ 106714 h 148648"/>
                <a:gd name="connsiteX16" fmla="*/ 70344 w 106293"/>
                <a:gd name="connsiteY16" fmla="*/ 119851 h 148648"/>
                <a:gd name="connsiteX17" fmla="*/ 51804 w 106293"/>
                <a:gd name="connsiteY17" fmla="*/ 124187 h 148648"/>
                <a:gd name="connsiteX18" fmla="*/ 31451 w 106293"/>
                <a:gd name="connsiteY18" fmla="*/ 120660 h 148648"/>
                <a:gd name="connsiteX19" fmla="*/ 14075 w 106293"/>
                <a:gd name="connsiteY19" fmla="*/ 111470 h 148648"/>
                <a:gd name="connsiteX20" fmla="*/ 0 w 106293"/>
                <a:gd name="connsiteY20" fmla="*/ 134185 h 148648"/>
                <a:gd name="connsiteX21" fmla="*/ 24074 w 106293"/>
                <a:gd name="connsiteY21" fmla="*/ 144992 h 148648"/>
                <a:gd name="connsiteX22" fmla="*/ 50574 w 106293"/>
                <a:gd name="connsiteY22" fmla="*/ 148649 h 148648"/>
                <a:gd name="connsiteX23" fmla="*/ 91215 w 106293"/>
                <a:gd name="connsiteY23" fmla="*/ 136353 h 148648"/>
                <a:gd name="connsiteX24" fmla="*/ 106293 w 106293"/>
                <a:gd name="connsiteY24" fmla="*/ 103608 h 148648"/>
                <a:gd name="connsiteX25" fmla="*/ 95551 w 106293"/>
                <a:gd name="connsiteY25" fmla="*/ 75619 h 148648"/>
                <a:gd name="connsiteX26" fmla="*/ 61673 w 106293"/>
                <a:gd name="connsiteY26" fmla="*/ 59667 h 14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2361B270-6EAE-A98B-8BC9-409A993CEC91}"/>
                </a:ext>
              </a:extLst>
            </p:cNvPr>
            <p:cNvSpPr/>
            <p:nvPr/>
          </p:nvSpPr>
          <p:spPr>
            <a:xfrm>
              <a:off x="2117923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026A3E07-4546-BE4E-C15A-0D8975F369B1}"/>
                </a:ext>
              </a:extLst>
            </p:cNvPr>
            <p:cNvSpPr/>
            <p:nvPr/>
          </p:nvSpPr>
          <p:spPr>
            <a:xfrm>
              <a:off x="2280970" y="995042"/>
              <a:ext cx="187962" cy="212262"/>
            </a:xfrm>
            <a:custGeom>
              <a:avLst/>
              <a:gdLst>
                <a:gd name="connsiteX0" fmla="*/ 174825 w 187962"/>
                <a:gd name="connsiteY0" fmla="*/ 186636 h 212262"/>
                <a:gd name="connsiteX1" fmla="*/ 167383 w 187962"/>
                <a:gd name="connsiteY1" fmla="*/ 187510 h 212262"/>
                <a:gd name="connsiteX2" fmla="*/ 155541 w 187962"/>
                <a:gd name="connsiteY2" fmla="*/ 182915 h 212262"/>
                <a:gd name="connsiteX3" fmla="*/ 151690 w 187962"/>
                <a:gd name="connsiteY3" fmla="*/ 167772 h 212262"/>
                <a:gd name="connsiteX4" fmla="*/ 151690 w 187962"/>
                <a:gd name="connsiteY4" fmla="*/ 92283 h 212262"/>
                <a:gd name="connsiteX5" fmla="*/ 185633 w 187962"/>
                <a:gd name="connsiteY5" fmla="*/ 92283 h 212262"/>
                <a:gd name="connsiteX6" fmla="*/ 185633 w 187962"/>
                <a:gd name="connsiteY6" fmla="*/ 67270 h 212262"/>
                <a:gd name="connsiteX7" fmla="*/ 151690 w 187962"/>
                <a:gd name="connsiteY7" fmla="*/ 67270 h 212262"/>
                <a:gd name="connsiteX8" fmla="*/ 151690 w 187962"/>
                <a:gd name="connsiteY8" fmla="*/ 25303 h 212262"/>
                <a:gd name="connsiteX9" fmla="*/ 119495 w 187962"/>
                <a:gd name="connsiteY9" fmla="*/ 35043 h 212262"/>
                <a:gd name="connsiteX10" fmla="*/ 119495 w 187962"/>
                <a:gd name="connsiteY10" fmla="*/ 67238 h 212262"/>
                <a:gd name="connsiteX11" fmla="*/ 55848 w 187962"/>
                <a:gd name="connsiteY11" fmla="*/ 67238 h 212262"/>
                <a:gd name="connsiteX12" fmla="*/ 55848 w 187962"/>
                <a:gd name="connsiteY12" fmla="*/ 47889 h 212262"/>
                <a:gd name="connsiteX13" fmla="*/ 60993 w 187962"/>
                <a:gd name="connsiteY13" fmla="*/ 31451 h 212262"/>
                <a:gd name="connsiteX14" fmla="*/ 76428 w 187962"/>
                <a:gd name="connsiteY14" fmla="*/ 25692 h 212262"/>
                <a:gd name="connsiteX15" fmla="*/ 83190 w 187962"/>
                <a:gd name="connsiteY15" fmla="*/ 26306 h 212262"/>
                <a:gd name="connsiteX16" fmla="*/ 90212 w 187962"/>
                <a:gd name="connsiteY16" fmla="*/ 28539 h 212262"/>
                <a:gd name="connsiteX17" fmla="*/ 97654 w 187962"/>
                <a:gd name="connsiteY17" fmla="*/ 3786 h 212262"/>
                <a:gd name="connsiteX18" fmla="*/ 86555 w 187962"/>
                <a:gd name="connsiteY18" fmla="*/ 938 h 212262"/>
                <a:gd name="connsiteX19" fmla="*/ 74260 w 187962"/>
                <a:gd name="connsiteY19" fmla="*/ 0 h 212262"/>
                <a:gd name="connsiteX20" fmla="*/ 37599 w 187962"/>
                <a:gd name="connsiteY20" fmla="*/ 12457 h 212262"/>
                <a:gd name="connsiteX21" fmla="*/ 23815 w 187962"/>
                <a:gd name="connsiteY21" fmla="*/ 46141 h 212262"/>
                <a:gd name="connsiteX22" fmla="*/ 23815 w 187962"/>
                <a:gd name="connsiteY22" fmla="*/ 67238 h 212262"/>
                <a:gd name="connsiteX23" fmla="*/ 0 w 187962"/>
                <a:gd name="connsiteY23" fmla="*/ 67238 h 212262"/>
                <a:gd name="connsiteX24" fmla="*/ 0 w 187962"/>
                <a:gd name="connsiteY24" fmla="*/ 92250 h 212262"/>
                <a:gd name="connsiteX25" fmla="*/ 23815 w 187962"/>
                <a:gd name="connsiteY25" fmla="*/ 92250 h 212262"/>
                <a:gd name="connsiteX26" fmla="*/ 23815 w 187962"/>
                <a:gd name="connsiteY26" fmla="*/ 209124 h 212262"/>
                <a:gd name="connsiteX27" fmla="*/ 55881 w 187962"/>
                <a:gd name="connsiteY27" fmla="*/ 209124 h 212262"/>
                <a:gd name="connsiteX28" fmla="*/ 55881 w 187962"/>
                <a:gd name="connsiteY28" fmla="*/ 92250 h 212262"/>
                <a:gd name="connsiteX29" fmla="*/ 119527 w 187962"/>
                <a:gd name="connsiteY29" fmla="*/ 92250 h 212262"/>
                <a:gd name="connsiteX30" fmla="*/ 119527 w 187962"/>
                <a:gd name="connsiteY30" fmla="*/ 170587 h 212262"/>
                <a:gd name="connsiteX31" fmla="*/ 130140 w 187962"/>
                <a:gd name="connsiteY31" fmla="*/ 201779 h 212262"/>
                <a:gd name="connsiteX32" fmla="*/ 160653 w 187962"/>
                <a:gd name="connsiteY32" fmla="*/ 212263 h 212262"/>
                <a:gd name="connsiteX33" fmla="*/ 175117 w 187962"/>
                <a:gd name="connsiteY33" fmla="*/ 211033 h 212262"/>
                <a:gd name="connsiteX34" fmla="*/ 187963 w 187962"/>
                <a:gd name="connsiteY34" fmla="*/ 207118 h 212262"/>
                <a:gd name="connsiteX35" fmla="*/ 181200 w 187962"/>
                <a:gd name="connsiteY35" fmla="*/ 184241 h 212262"/>
                <a:gd name="connsiteX36" fmla="*/ 174858 w 187962"/>
                <a:gd name="connsiteY36" fmla="*/ 186604 h 212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B7EA9F13-140B-8415-88A7-187E0F1D31A2}"/>
              </a:ext>
            </a:extLst>
          </p:cNvPr>
          <p:cNvGrpSpPr/>
          <p:nvPr userDrawn="1"/>
        </p:nvGrpSpPr>
        <p:grpSpPr>
          <a:xfrm>
            <a:off x="2569013" y="995042"/>
            <a:ext cx="1916544" cy="212553"/>
            <a:chOff x="2569013" y="995042"/>
            <a:chExt cx="1916544" cy="212553"/>
          </a:xfrm>
          <a:solidFill>
            <a:srgbClr val="72E9AD"/>
          </a:solidFill>
        </p:grpSpPr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0D9659F6-A541-5A99-41C1-E86509A401CE}"/>
                </a:ext>
              </a:extLst>
            </p:cNvPr>
            <p:cNvSpPr/>
            <p:nvPr/>
          </p:nvSpPr>
          <p:spPr>
            <a:xfrm>
              <a:off x="2569013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6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2 w 130010"/>
                <a:gd name="connsiteY12" fmla="*/ 99725 h 194013"/>
                <a:gd name="connsiteX13" fmla="*/ 32842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1876325F-5F28-90D6-1E4D-6473BA1889F8}"/>
                </a:ext>
              </a:extLst>
            </p:cNvPr>
            <p:cNvSpPr/>
            <p:nvPr/>
          </p:nvSpPr>
          <p:spPr>
            <a:xfrm>
              <a:off x="2707858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1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496DA3FC-807E-6C56-00C2-D92C40ACF089}"/>
                </a:ext>
              </a:extLst>
            </p:cNvPr>
            <p:cNvSpPr/>
            <p:nvPr/>
          </p:nvSpPr>
          <p:spPr>
            <a:xfrm>
              <a:off x="2867087" y="1062280"/>
              <a:ext cx="208735" cy="141950"/>
            </a:xfrm>
            <a:custGeom>
              <a:avLst/>
              <a:gdLst>
                <a:gd name="connsiteX0" fmla="*/ 154020 w 208735"/>
                <a:gd name="connsiteY0" fmla="*/ 100501 h 141950"/>
                <a:gd name="connsiteX1" fmla="*/ 152531 w 208735"/>
                <a:gd name="connsiteY1" fmla="*/ 107879 h 141950"/>
                <a:gd name="connsiteX2" fmla="*/ 151723 w 208735"/>
                <a:gd name="connsiteY2" fmla="*/ 114835 h 141950"/>
                <a:gd name="connsiteX3" fmla="*/ 150784 w 208735"/>
                <a:gd name="connsiteY3" fmla="*/ 114835 h 141950"/>
                <a:gd name="connsiteX4" fmla="*/ 149716 w 208735"/>
                <a:gd name="connsiteY4" fmla="*/ 106261 h 141950"/>
                <a:gd name="connsiteX5" fmla="*/ 148649 w 208735"/>
                <a:gd name="connsiteY5" fmla="*/ 100501 h 141950"/>
                <a:gd name="connsiteX6" fmla="*/ 122666 w 208735"/>
                <a:gd name="connsiteY6" fmla="*/ 0 h 141950"/>
                <a:gd name="connsiteX7" fmla="*/ 92638 w 208735"/>
                <a:gd name="connsiteY7" fmla="*/ 0 h 141950"/>
                <a:gd name="connsiteX8" fmla="*/ 63679 w 208735"/>
                <a:gd name="connsiteY8" fmla="*/ 99984 h 141950"/>
                <a:gd name="connsiteX9" fmla="*/ 62061 w 208735"/>
                <a:gd name="connsiteY9" fmla="*/ 107005 h 141950"/>
                <a:gd name="connsiteX10" fmla="*/ 61123 w 208735"/>
                <a:gd name="connsiteY10" fmla="*/ 114577 h 141950"/>
                <a:gd name="connsiteX11" fmla="*/ 60055 w 208735"/>
                <a:gd name="connsiteY11" fmla="*/ 114577 h 141950"/>
                <a:gd name="connsiteX12" fmla="*/ 59311 w 208735"/>
                <a:gd name="connsiteY12" fmla="*/ 106746 h 141950"/>
                <a:gd name="connsiteX13" fmla="*/ 58146 w 208735"/>
                <a:gd name="connsiteY13" fmla="*/ 100372 h 141950"/>
                <a:gd name="connsiteX14" fmla="*/ 33134 w 208735"/>
                <a:gd name="connsiteY14" fmla="*/ 0 h 141950"/>
                <a:gd name="connsiteX15" fmla="*/ 0 w 208735"/>
                <a:gd name="connsiteY15" fmla="*/ 0 h 141950"/>
                <a:gd name="connsiteX16" fmla="*/ 41676 w 208735"/>
                <a:gd name="connsiteY16" fmla="*/ 141918 h 141950"/>
                <a:gd name="connsiteX17" fmla="*/ 74551 w 208735"/>
                <a:gd name="connsiteY17" fmla="*/ 141918 h 141950"/>
                <a:gd name="connsiteX18" fmla="*/ 102022 w 208735"/>
                <a:gd name="connsiteY18" fmla="*/ 48180 h 141950"/>
                <a:gd name="connsiteX19" fmla="*/ 103899 w 208735"/>
                <a:gd name="connsiteY19" fmla="*/ 41094 h 141950"/>
                <a:gd name="connsiteX20" fmla="*/ 104966 w 208735"/>
                <a:gd name="connsiteY20" fmla="*/ 33328 h 141950"/>
                <a:gd name="connsiteX21" fmla="*/ 105516 w 208735"/>
                <a:gd name="connsiteY21" fmla="*/ 33328 h 141950"/>
                <a:gd name="connsiteX22" fmla="*/ 106261 w 208735"/>
                <a:gd name="connsiteY22" fmla="*/ 41029 h 141950"/>
                <a:gd name="connsiteX23" fmla="*/ 107814 w 208735"/>
                <a:gd name="connsiteY23" fmla="*/ 48600 h 141950"/>
                <a:gd name="connsiteX24" fmla="*/ 133376 w 208735"/>
                <a:gd name="connsiteY24" fmla="*/ 141951 h 141950"/>
                <a:gd name="connsiteX25" fmla="*/ 166930 w 208735"/>
                <a:gd name="connsiteY25" fmla="*/ 141951 h 141950"/>
                <a:gd name="connsiteX26" fmla="*/ 208736 w 208735"/>
                <a:gd name="connsiteY26" fmla="*/ 32 h 141950"/>
                <a:gd name="connsiteX27" fmla="*/ 178158 w 208735"/>
                <a:gd name="connsiteY27" fmla="*/ 32 h 141950"/>
                <a:gd name="connsiteX28" fmla="*/ 154085 w 208735"/>
                <a:gd name="connsiteY28" fmla="*/ 100534 h 14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BE6D3772-4C79-6826-B601-46C3974BB222}"/>
                </a:ext>
              </a:extLst>
            </p:cNvPr>
            <p:cNvSpPr/>
            <p:nvPr/>
          </p:nvSpPr>
          <p:spPr>
            <a:xfrm>
              <a:off x="3089057" y="1058882"/>
              <a:ext cx="129201" cy="148680"/>
            </a:xfrm>
            <a:custGeom>
              <a:avLst/>
              <a:gdLst>
                <a:gd name="connsiteX0" fmla="*/ 67918 w 129201"/>
                <a:gd name="connsiteY0" fmla="*/ 0 h 148680"/>
                <a:gd name="connsiteX1" fmla="*/ 19091 w 129201"/>
                <a:gd name="connsiteY1" fmla="*/ 21032 h 148680"/>
                <a:gd name="connsiteX2" fmla="*/ 0 w 129201"/>
                <a:gd name="connsiteY2" fmla="*/ 76169 h 148680"/>
                <a:gd name="connsiteX3" fmla="*/ 18541 w 129201"/>
                <a:gd name="connsiteY3" fmla="*/ 129623 h 148680"/>
                <a:gd name="connsiteX4" fmla="*/ 69956 w 129201"/>
                <a:gd name="connsiteY4" fmla="*/ 148681 h 148680"/>
                <a:gd name="connsiteX5" fmla="*/ 99984 w 129201"/>
                <a:gd name="connsiteY5" fmla="*/ 144345 h 148680"/>
                <a:gd name="connsiteX6" fmla="*/ 127034 w 129201"/>
                <a:gd name="connsiteY6" fmla="*/ 130561 h 148680"/>
                <a:gd name="connsiteX7" fmla="*/ 112700 w 129201"/>
                <a:gd name="connsiteY7" fmla="*/ 110402 h 148680"/>
                <a:gd name="connsiteX8" fmla="*/ 92347 w 129201"/>
                <a:gd name="connsiteY8" fmla="*/ 120757 h 148680"/>
                <a:gd name="connsiteX9" fmla="*/ 74421 w 129201"/>
                <a:gd name="connsiteY9" fmla="*/ 123928 h 148680"/>
                <a:gd name="connsiteX10" fmla="*/ 44038 w 129201"/>
                <a:gd name="connsiteY10" fmla="*/ 113379 h 148680"/>
                <a:gd name="connsiteX11" fmla="*/ 32325 w 129201"/>
                <a:gd name="connsiteY11" fmla="*/ 82672 h 148680"/>
                <a:gd name="connsiteX12" fmla="*/ 129202 w 129201"/>
                <a:gd name="connsiteY12" fmla="*/ 82672 h 148680"/>
                <a:gd name="connsiteX13" fmla="*/ 129202 w 129201"/>
                <a:gd name="connsiteY13" fmla="*/ 68727 h 148680"/>
                <a:gd name="connsiteX14" fmla="*/ 112894 w 129201"/>
                <a:gd name="connsiteY14" fmla="*/ 17926 h 148680"/>
                <a:gd name="connsiteX15" fmla="*/ 67918 w 129201"/>
                <a:gd name="connsiteY15" fmla="*/ 0 h 148680"/>
                <a:gd name="connsiteX16" fmla="*/ 32487 w 129201"/>
                <a:gd name="connsiteY16" fmla="*/ 60475 h 148680"/>
                <a:gd name="connsiteX17" fmla="*/ 44265 w 129201"/>
                <a:gd name="connsiteY17" fmla="*/ 33554 h 148680"/>
                <a:gd name="connsiteX18" fmla="*/ 67659 w 129201"/>
                <a:gd name="connsiteY18" fmla="*/ 23556 h 148680"/>
                <a:gd name="connsiteX19" fmla="*/ 90244 w 129201"/>
                <a:gd name="connsiteY19" fmla="*/ 32875 h 148680"/>
                <a:gd name="connsiteX20" fmla="*/ 98366 w 129201"/>
                <a:gd name="connsiteY20" fmla="*/ 60475 h 148680"/>
                <a:gd name="connsiteX21" fmla="*/ 32487 w 129201"/>
                <a:gd name="connsiteY21" fmla="*/ 60475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26948EF7-49F6-FB84-B561-A87FFFF4A493}"/>
                </a:ext>
              </a:extLst>
            </p:cNvPr>
            <p:cNvSpPr/>
            <p:nvPr/>
          </p:nvSpPr>
          <p:spPr>
            <a:xfrm>
              <a:off x="3247089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8B94D30B-539F-6F52-DDB4-A2F9BB48FA6C}"/>
                </a:ext>
              </a:extLst>
            </p:cNvPr>
            <p:cNvSpPr/>
            <p:nvPr/>
          </p:nvSpPr>
          <p:spPr>
            <a:xfrm>
              <a:off x="3427027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7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3 w 130010"/>
                <a:gd name="connsiteY12" fmla="*/ 99725 h 194013"/>
                <a:gd name="connsiteX13" fmla="*/ 32843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A82838EC-5BA4-F83F-5D26-D415954C964D}"/>
                </a:ext>
              </a:extLst>
            </p:cNvPr>
            <p:cNvSpPr/>
            <p:nvPr/>
          </p:nvSpPr>
          <p:spPr>
            <a:xfrm>
              <a:off x="3585091" y="999086"/>
              <a:ext cx="32195" cy="205079"/>
            </a:xfrm>
            <a:custGeom>
              <a:avLst/>
              <a:gdLst>
                <a:gd name="connsiteX0" fmla="*/ 0 w 32195"/>
                <a:gd name="connsiteY0" fmla="*/ 0 h 205079"/>
                <a:gd name="connsiteX1" fmla="*/ 32195 w 32195"/>
                <a:gd name="connsiteY1" fmla="*/ 0 h 205079"/>
                <a:gd name="connsiteX2" fmla="*/ 32195 w 32195"/>
                <a:gd name="connsiteY2" fmla="*/ 205079 h 205079"/>
                <a:gd name="connsiteX3" fmla="*/ 0 w 32195"/>
                <a:gd name="connsiteY3" fmla="*/ 205079 h 20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D9668F2E-1E3C-E19B-4CD2-40EE03486B20}"/>
                </a:ext>
              </a:extLst>
            </p:cNvPr>
            <p:cNvSpPr/>
            <p:nvPr/>
          </p:nvSpPr>
          <p:spPr>
            <a:xfrm>
              <a:off x="3646634" y="1058882"/>
              <a:ext cx="119074" cy="148713"/>
            </a:xfrm>
            <a:custGeom>
              <a:avLst/>
              <a:gdLst>
                <a:gd name="connsiteX0" fmla="*/ 62967 w 119074"/>
                <a:gd name="connsiteY0" fmla="*/ 0 h 148713"/>
                <a:gd name="connsiteX1" fmla="*/ 32454 w 119074"/>
                <a:gd name="connsiteY1" fmla="*/ 4724 h 148713"/>
                <a:gd name="connsiteX2" fmla="*/ 5598 w 119074"/>
                <a:gd name="connsiteY2" fmla="*/ 19350 h 148713"/>
                <a:gd name="connsiteX3" fmla="*/ 19382 w 119074"/>
                <a:gd name="connsiteY3" fmla="*/ 38570 h 148713"/>
                <a:gd name="connsiteX4" fmla="*/ 39735 w 119074"/>
                <a:gd name="connsiteY4" fmla="*/ 27406 h 148713"/>
                <a:gd name="connsiteX5" fmla="*/ 60378 w 119074"/>
                <a:gd name="connsiteY5" fmla="*/ 23685 h 148713"/>
                <a:gd name="connsiteX6" fmla="*/ 80731 w 119074"/>
                <a:gd name="connsiteY6" fmla="*/ 30319 h 148713"/>
                <a:gd name="connsiteX7" fmla="*/ 88238 w 119074"/>
                <a:gd name="connsiteY7" fmla="*/ 51286 h 148713"/>
                <a:gd name="connsiteX8" fmla="*/ 88238 w 119074"/>
                <a:gd name="connsiteY8" fmla="*/ 54263 h 148713"/>
                <a:gd name="connsiteX9" fmla="*/ 50477 w 119074"/>
                <a:gd name="connsiteY9" fmla="*/ 59278 h 148713"/>
                <a:gd name="connsiteX10" fmla="*/ 12652 w 119074"/>
                <a:gd name="connsiteY10" fmla="*/ 74971 h 148713"/>
                <a:gd name="connsiteX11" fmla="*/ 0 w 119074"/>
                <a:gd name="connsiteY11" fmla="*/ 106228 h 148713"/>
                <a:gd name="connsiteX12" fmla="*/ 12587 w 119074"/>
                <a:gd name="connsiteY12" fmla="*/ 137291 h 148713"/>
                <a:gd name="connsiteX13" fmla="*/ 44782 w 119074"/>
                <a:gd name="connsiteY13" fmla="*/ 148713 h 148713"/>
                <a:gd name="connsiteX14" fmla="*/ 69471 w 119074"/>
                <a:gd name="connsiteY14" fmla="*/ 142436 h 148713"/>
                <a:gd name="connsiteX15" fmla="*/ 87397 w 119074"/>
                <a:gd name="connsiteY15" fmla="*/ 123831 h 148713"/>
                <a:gd name="connsiteX16" fmla="*/ 87947 w 119074"/>
                <a:gd name="connsiteY16" fmla="*/ 123831 h 148713"/>
                <a:gd name="connsiteX17" fmla="*/ 87947 w 119074"/>
                <a:gd name="connsiteY17" fmla="*/ 145348 h 148713"/>
                <a:gd name="connsiteX18" fmla="*/ 119074 w 119074"/>
                <a:gd name="connsiteY18" fmla="*/ 145348 h 148713"/>
                <a:gd name="connsiteX19" fmla="*/ 119074 w 119074"/>
                <a:gd name="connsiteY19" fmla="*/ 56463 h 148713"/>
                <a:gd name="connsiteX20" fmla="*/ 105128 w 119074"/>
                <a:gd name="connsiteY20" fmla="*/ 14108 h 148713"/>
                <a:gd name="connsiteX21" fmla="*/ 62935 w 119074"/>
                <a:gd name="connsiteY21" fmla="*/ 32 h 148713"/>
                <a:gd name="connsiteX22" fmla="*/ 88270 w 119074"/>
                <a:gd name="connsiteY22" fmla="*/ 87397 h 148713"/>
                <a:gd name="connsiteX23" fmla="*/ 78660 w 119074"/>
                <a:gd name="connsiteY23" fmla="*/ 114059 h 148713"/>
                <a:gd name="connsiteX24" fmla="*/ 53486 w 119074"/>
                <a:gd name="connsiteY24" fmla="*/ 124478 h 148713"/>
                <a:gd name="connsiteX25" fmla="*/ 37049 w 119074"/>
                <a:gd name="connsiteY25" fmla="*/ 118654 h 148713"/>
                <a:gd name="connsiteX26" fmla="*/ 30772 w 119074"/>
                <a:gd name="connsiteY26" fmla="*/ 102702 h 148713"/>
                <a:gd name="connsiteX27" fmla="*/ 37470 w 119074"/>
                <a:gd name="connsiteY27" fmla="*/ 86879 h 148713"/>
                <a:gd name="connsiteX28" fmla="*/ 57693 w 119074"/>
                <a:gd name="connsiteY28" fmla="*/ 79566 h 148713"/>
                <a:gd name="connsiteX29" fmla="*/ 88270 w 119074"/>
                <a:gd name="connsiteY29" fmla="*/ 75522 h 148713"/>
                <a:gd name="connsiteX30" fmla="*/ 88270 w 119074"/>
                <a:gd name="connsiteY30" fmla="*/ 87429 h 1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F3AD3D63-724F-0C78-2A00-B98534E47C55}"/>
                </a:ext>
              </a:extLst>
            </p:cNvPr>
            <p:cNvSpPr/>
            <p:nvPr/>
          </p:nvSpPr>
          <p:spPr>
            <a:xfrm>
              <a:off x="3788779" y="1020345"/>
              <a:ext cx="92120" cy="186959"/>
            </a:xfrm>
            <a:custGeom>
              <a:avLst/>
              <a:gdLst>
                <a:gd name="connsiteX0" fmla="*/ 79016 w 92120"/>
                <a:gd name="connsiteY0" fmla="*/ 161333 h 186959"/>
                <a:gd name="connsiteX1" fmla="*/ 71574 w 92120"/>
                <a:gd name="connsiteY1" fmla="*/ 162206 h 186959"/>
                <a:gd name="connsiteX2" fmla="*/ 59731 w 92120"/>
                <a:gd name="connsiteY2" fmla="*/ 157612 h 186959"/>
                <a:gd name="connsiteX3" fmla="*/ 55881 w 92120"/>
                <a:gd name="connsiteY3" fmla="*/ 142468 h 186959"/>
                <a:gd name="connsiteX4" fmla="*/ 55881 w 92120"/>
                <a:gd name="connsiteY4" fmla="*/ 66979 h 186959"/>
                <a:gd name="connsiteX5" fmla="*/ 89823 w 92120"/>
                <a:gd name="connsiteY5" fmla="*/ 66979 h 186959"/>
                <a:gd name="connsiteX6" fmla="*/ 89823 w 92120"/>
                <a:gd name="connsiteY6" fmla="*/ 41967 h 186959"/>
                <a:gd name="connsiteX7" fmla="*/ 55881 w 92120"/>
                <a:gd name="connsiteY7" fmla="*/ 41967 h 186959"/>
                <a:gd name="connsiteX8" fmla="*/ 55881 w 92120"/>
                <a:gd name="connsiteY8" fmla="*/ 0 h 186959"/>
                <a:gd name="connsiteX9" fmla="*/ 23685 w 92120"/>
                <a:gd name="connsiteY9" fmla="*/ 9739 h 186959"/>
                <a:gd name="connsiteX10" fmla="*/ 23685 w 92120"/>
                <a:gd name="connsiteY10" fmla="*/ 41935 h 186959"/>
                <a:gd name="connsiteX11" fmla="*/ 0 w 92120"/>
                <a:gd name="connsiteY11" fmla="*/ 41935 h 186959"/>
                <a:gd name="connsiteX12" fmla="*/ 0 w 92120"/>
                <a:gd name="connsiteY12" fmla="*/ 66947 h 186959"/>
                <a:gd name="connsiteX13" fmla="*/ 23685 w 92120"/>
                <a:gd name="connsiteY13" fmla="*/ 66947 h 186959"/>
                <a:gd name="connsiteX14" fmla="*/ 23685 w 92120"/>
                <a:gd name="connsiteY14" fmla="*/ 145283 h 186959"/>
                <a:gd name="connsiteX15" fmla="*/ 34299 w 92120"/>
                <a:gd name="connsiteY15" fmla="*/ 176476 h 186959"/>
                <a:gd name="connsiteX16" fmla="*/ 64811 w 92120"/>
                <a:gd name="connsiteY16" fmla="*/ 186959 h 186959"/>
                <a:gd name="connsiteX17" fmla="*/ 79275 w 92120"/>
                <a:gd name="connsiteY17" fmla="*/ 185730 h 186959"/>
                <a:gd name="connsiteX18" fmla="*/ 92121 w 92120"/>
                <a:gd name="connsiteY18" fmla="*/ 181815 h 186959"/>
                <a:gd name="connsiteX19" fmla="*/ 85358 w 92120"/>
                <a:gd name="connsiteY19" fmla="*/ 158938 h 186959"/>
                <a:gd name="connsiteX20" fmla="*/ 79016 w 92120"/>
                <a:gd name="connsiteY20" fmla="*/ 161300 h 18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61866FCF-8370-4B12-E353-327AE33C3A2C}"/>
                </a:ext>
              </a:extLst>
            </p:cNvPr>
            <p:cNvSpPr/>
            <p:nvPr/>
          </p:nvSpPr>
          <p:spPr>
            <a:xfrm>
              <a:off x="3891254" y="995042"/>
              <a:ext cx="97686" cy="209124"/>
            </a:xfrm>
            <a:custGeom>
              <a:avLst/>
              <a:gdLst>
                <a:gd name="connsiteX0" fmla="*/ 74259 w 97686"/>
                <a:gd name="connsiteY0" fmla="*/ 0 h 209124"/>
                <a:gd name="connsiteX1" fmla="*/ 37599 w 97686"/>
                <a:gd name="connsiteY1" fmla="*/ 12457 h 209124"/>
                <a:gd name="connsiteX2" fmla="*/ 23815 w 97686"/>
                <a:gd name="connsiteY2" fmla="*/ 46141 h 209124"/>
                <a:gd name="connsiteX3" fmla="*/ 23815 w 97686"/>
                <a:gd name="connsiteY3" fmla="*/ 67238 h 209124"/>
                <a:gd name="connsiteX4" fmla="*/ 0 w 97686"/>
                <a:gd name="connsiteY4" fmla="*/ 67238 h 209124"/>
                <a:gd name="connsiteX5" fmla="*/ 0 w 97686"/>
                <a:gd name="connsiteY5" fmla="*/ 92250 h 209124"/>
                <a:gd name="connsiteX6" fmla="*/ 23815 w 97686"/>
                <a:gd name="connsiteY6" fmla="*/ 92250 h 209124"/>
                <a:gd name="connsiteX7" fmla="*/ 23815 w 97686"/>
                <a:gd name="connsiteY7" fmla="*/ 209124 h 209124"/>
                <a:gd name="connsiteX8" fmla="*/ 55881 w 97686"/>
                <a:gd name="connsiteY8" fmla="*/ 209124 h 209124"/>
                <a:gd name="connsiteX9" fmla="*/ 55881 w 97686"/>
                <a:gd name="connsiteY9" fmla="*/ 92250 h 209124"/>
                <a:gd name="connsiteX10" fmla="*/ 88497 w 97686"/>
                <a:gd name="connsiteY10" fmla="*/ 92250 h 209124"/>
                <a:gd name="connsiteX11" fmla="*/ 88497 w 97686"/>
                <a:gd name="connsiteY11" fmla="*/ 67238 h 209124"/>
                <a:gd name="connsiteX12" fmla="*/ 55881 w 97686"/>
                <a:gd name="connsiteY12" fmla="*/ 67238 h 209124"/>
                <a:gd name="connsiteX13" fmla="*/ 55881 w 97686"/>
                <a:gd name="connsiteY13" fmla="*/ 47889 h 209124"/>
                <a:gd name="connsiteX14" fmla="*/ 61025 w 97686"/>
                <a:gd name="connsiteY14" fmla="*/ 31451 h 209124"/>
                <a:gd name="connsiteX15" fmla="*/ 76460 w 97686"/>
                <a:gd name="connsiteY15" fmla="*/ 25692 h 209124"/>
                <a:gd name="connsiteX16" fmla="*/ 83222 w 97686"/>
                <a:gd name="connsiteY16" fmla="*/ 26306 h 209124"/>
                <a:gd name="connsiteX17" fmla="*/ 90244 w 97686"/>
                <a:gd name="connsiteY17" fmla="*/ 28539 h 209124"/>
                <a:gd name="connsiteX18" fmla="*/ 97686 w 97686"/>
                <a:gd name="connsiteY18" fmla="*/ 3786 h 209124"/>
                <a:gd name="connsiteX19" fmla="*/ 86587 w 97686"/>
                <a:gd name="connsiteY19" fmla="*/ 938 h 209124"/>
                <a:gd name="connsiteX20" fmla="*/ 74292 w 97686"/>
                <a:gd name="connsiteY20" fmla="*/ 0 h 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BFD45B72-7510-77D6-DBA2-89DF8587F5EF}"/>
                </a:ext>
              </a:extLst>
            </p:cNvPr>
            <p:cNvSpPr/>
            <p:nvPr/>
          </p:nvSpPr>
          <p:spPr>
            <a:xfrm>
              <a:off x="3992629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2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8 w 145995"/>
                <a:gd name="connsiteY15" fmla="*/ 37956 h 148682"/>
                <a:gd name="connsiteX16" fmla="*/ 113121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222C428F-3645-FB68-D219-E4E26603E11F}"/>
                </a:ext>
              </a:extLst>
            </p:cNvPr>
            <p:cNvSpPr/>
            <p:nvPr/>
          </p:nvSpPr>
          <p:spPr>
            <a:xfrm>
              <a:off x="4169331" y="1059820"/>
              <a:ext cx="83189" cy="144377"/>
            </a:xfrm>
            <a:custGeom>
              <a:avLst/>
              <a:gdLst>
                <a:gd name="connsiteX0" fmla="*/ 70506 w 83189"/>
                <a:gd name="connsiteY0" fmla="*/ 32 h 144377"/>
                <a:gd name="connsiteX1" fmla="*/ 47500 w 83189"/>
                <a:gd name="connsiteY1" fmla="*/ 7539 h 144377"/>
                <a:gd name="connsiteX2" fmla="*/ 32875 w 83189"/>
                <a:gd name="connsiteY2" fmla="*/ 29801 h 144377"/>
                <a:gd name="connsiteX3" fmla="*/ 32325 w 83189"/>
                <a:gd name="connsiteY3" fmla="*/ 29801 h 144377"/>
                <a:gd name="connsiteX4" fmla="*/ 32325 w 83189"/>
                <a:gd name="connsiteY4" fmla="*/ 2459 h 144377"/>
                <a:gd name="connsiteX5" fmla="*/ 0 w 83189"/>
                <a:gd name="connsiteY5" fmla="*/ 2459 h 144377"/>
                <a:gd name="connsiteX6" fmla="*/ 0 w 83189"/>
                <a:gd name="connsiteY6" fmla="*/ 144377 h 144377"/>
                <a:gd name="connsiteX7" fmla="*/ 32325 w 83189"/>
                <a:gd name="connsiteY7" fmla="*/ 144377 h 144377"/>
                <a:gd name="connsiteX8" fmla="*/ 32325 w 83189"/>
                <a:gd name="connsiteY8" fmla="*/ 74292 h 144377"/>
                <a:gd name="connsiteX9" fmla="*/ 41579 w 83189"/>
                <a:gd name="connsiteY9" fmla="*/ 40802 h 144377"/>
                <a:gd name="connsiteX10" fmla="*/ 67756 w 83189"/>
                <a:gd name="connsiteY10" fmla="*/ 28021 h 144377"/>
                <a:gd name="connsiteX11" fmla="*/ 73709 w 83189"/>
                <a:gd name="connsiteY11" fmla="*/ 28442 h 144377"/>
                <a:gd name="connsiteX12" fmla="*/ 78984 w 83189"/>
                <a:gd name="connsiteY12" fmla="*/ 29510 h 144377"/>
                <a:gd name="connsiteX13" fmla="*/ 83190 w 83189"/>
                <a:gd name="connsiteY13" fmla="*/ 1650 h 144377"/>
                <a:gd name="connsiteX14" fmla="*/ 77236 w 83189"/>
                <a:gd name="connsiteY14" fmla="*/ 421 h 144377"/>
                <a:gd name="connsiteX15" fmla="*/ 70474 w 83189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60340B40-48AF-21B7-FA23-D43A9D083346}"/>
                </a:ext>
              </a:extLst>
            </p:cNvPr>
            <p:cNvSpPr/>
            <p:nvPr/>
          </p:nvSpPr>
          <p:spPr>
            <a:xfrm>
              <a:off x="4273165" y="1058882"/>
              <a:ext cx="212392" cy="145283"/>
            </a:xfrm>
            <a:custGeom>
              <a:avLst/>
              <a:gdLst>
                <a:gd name="connsiteX0" fmla="*/ 200711 w 212392"/>
                <a:gd name="connsiteY0" fmla="*/ 14367 h 145283"/>
                <a:gd name="connsiteX1" fmla="*/ 165733 w 212392"/>
                <a:gd name="connsiteY1" fmla="*/ 32 h 145283"/>
                <a:gd name="connsiteX2" fmla="*/ 138197 w 212392"/>
                <a:gd name="connsiteY2" fmla="*/ 6989 h 145283"/>
                <a:gd name="connsiteX3" fmla="*/ 118395 w 212392"/>
                <a:gd name="connsiteY3" fmla="*/ 28021 h 145283"/>
                <a:gd name="connsiteX4" fmla="*/ 103025 w 212392"/>
                <a:gd name="connsiteY4" fmla="*/ 7377 h 145283"/>
                <a:gd name="connsiteX5" fmla="*/ 77787 w 212392"/>
                <a:gd name="connsiteY5" fmla="*/ 0 h 145283"/>
                <a:gd name="connsiteX6" fmla="*/ 51610 w 212392"/>
                <a:gd name="connsiteY6" fmla="*/ 6763 h 145283"/>
                <a:gd name="connsiteX7" fmla="*/ 32875 w 212392"/>
                <a:gd name="connsiteY7" fmla="*/ 25692 h 145283"/>
                <a:gd name="connsiteX8" fmla="*/ 32325 w 212392"/>
                <a:gd name="connsiteY8" fmla="*/ 25692 h 145283"/>
                <a:gd name="connsiteX9" fmla="*/ 32325 w 212392"/>
                <a:gd name="connsiteY9" fmla="*/ 3365 h 145283"/>
                <a:gd name="connsiteX10" fmla="*/ 0 w 212392"/>
                <a:gd name="connsiteY10" fmla="*/ 3365 h 145283"/>
                <a:gd name="connsiteX11" fmla="*/ 0 w 212392"/>
                <a:gd name="connsiteY11" fmla="*/ 145283 h 145283"/>
                <a:gd name="connsiteX12" fmla="*/ 32325 w 212392"/>
                <a:gd name="connsiteY12" fmla="*/ 145283 h 145283"/>
                <a:gd name="connsiteX13" fmla="*/ 32325 w 212392"/>
                <a:gd name="connsiteY13" fmla="*/ 65329 h 145283"/>
                <a:gd name="connsiteX14" fmla="*/ 40641 w 212392"/>
                <a:gd name="connsiteY14" fmla="*/ 36434 h 145283"/>
                <a:gd name="connsiteX15" fmla="*/ 62352 w 212392"/>
                <a:gd name="connsiteY15" fmla="*/ 25530 h 145283"/>
                <a:gd name="connsiteX16" fmla="*/ 83125 w 212392"/>
                <a:gd name="connsiteY16" fmla="*/ 34654 h 145283"/>
                <a:gd name="connsiteX17" fmla="*/ 90082 w 212392"/>
                <a:gd name="connsiteY17" fmla="*/ 62061 h 145283"/>
                <a:gd name="connsiteX18" fmla="*/ 90082 w 212392"/>
                <a:gd name="connsiteY18" fmla="*/ 145251 h 145283"/>
                <a:gd name="connsiteX19" fmla="*/ 122278 w 212392"/>
                <a:gd name="connsiteY19" fmla="*/ 145251 h 145283"/>
                <a:gd name="connsiteX20" fmla="*/ 122278 w 212392"/>
                <a:gd name="connsiteY20" fmla="*/ 65038 h 145283"/>
                <a:gd name="connsiteX21" fmla="*/ 130949 w 212392"/>
                <a:gd name="connsiteY21" fmla="*/ 36952 h 145283"/>
                <a:gd name="connsiteX22" fmla="*/ 152467 w 212392"/>
                <a:gd name="connsiteY22" fmla="*/ 25530 h 145283"/>
                <a:gd name="connsiteX23" fmla="*/ 173628 w 212392"/>
                <a:gd name="connsiteY23" fmla="*/ 34719 h 145283"/>
                <a:gd name="connsiteX24" fmla="*/ 180197 w 212392"/>
                <a:gd name="connsiteY24" fmla="*/ 63938 h 145283"/>
                <a:gd name="connsiteX25" fmla="*/ 180197 w 212392"/>
                <a:gd name="connsiteY25" fmla="*/ 145251 h 145283"/>
                <a:gd name="connsiteX26" fmla="*/ 212392 w 212392"/>
                <a:gd name="connsiteY26" fmla="*/ 145251 h 145283"/>
                <a:gd name="connsiteX27" fmla="*/ 212392 w 212392"/>
                <a:gd name="connsiteY27" fmla="*/ 57304 h 145283"/>
                <a:gd name="connsiteX28" fmla="*/ 200679 w 212392"/>
                <a:gd name="connsiteY28" fmla="*/ 14302 h 14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4649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ower-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66759F52-B24B-4FE5-820C-0464BEB84EE3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656C8C0B-BE11-FE8A-9316-256B850D40C1}"/>
              </a:ext>
            </a:extLst>
          </p:cNvPr>
          <p:cNvGrpSpPr/>
          <p:nvPr userDrawn="1"/>
        </p:nvGrpSpPr>
        <p:grpSpPr>
          <a:xfrm>
            <a:off x="8899712" y="1396043"/>
            <a:ext cx="2467280" cy="496279"/>
            <a:chOff x="4257566" y="2494985"/>
            <a:chExt cx="2467280" cy="496279"/>
          </a:xfrm>
        </p:grpSpPr>
        <p:grpSp>
          <p:nvGrpSpPr>
            <p:cNvPr id="30" name="Gráfico 12">
              <a:extLst>
                <a:ext uri="{FF2B5EF4-FFF2-40B4-BE49-F238E27FC236}">
                  <a16:creationId xmlns:a16="http://schemas.microsoft.com/office/drawing/2014/main" id="{C0A2F0F1-2EFB-53A3-CAE7-F90C69C06854}"/>
                </a:ext>
              </a:extLst>
            </p:cNvPr>
            <p:cNvGrpSpPr/>
            <p:nvPr/>
          </p:nvGrpSpPr>
          <p:grpSpPr>
            <a:xfrm>
              <a:off x="4257566" y="2494985"/>
              <a:ext cx="473881" cy="496279"/>
              <a:chOff x="747030" y="933265"/>
              <a:chExt cx="321387" cy="336577"/>
            </a:xfrm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E89E629-D042-0790-7AC7-1193FE664456}"/>
                  </a:ext>
                </a:extLst>
              </p:cNvPr>
              <p:cNvSpPr/>
              <p:nvPr/>
            </p:nvSpPr>
            <p:spPr>
              <a:xfrm>
                <a:off x="747030" y="1139095"/>
                <a:ext cx="131152" cy="130746"/>
              </a:xfrm>
              <a:custGeom>
                <a:avLst/>
                <a:gdLst>
                  <a:gd name="connsiteX0" fmla="*/ 25760 w 131152"/>
                  <a:gd name="connsiteY0" fmla="*/ 0 h 130746"/>
                  <a:gd name="connsiteX1" fmla="*/ 131153 w 131152"/>
                  <a:gd name="connsiteY1" fmla="*/ 0 h 130746"/>
                  <a:gd name="connsiteX2" fmla="*/ 69410 w 131152"/>
                  <a:gd name="connsiteY2" fmla="*/ 123485 h 130746"/>
                  <a:gd name="connsiteX3" fmla="*/ 45906 w 131152"/>
                  <a:gd name="connsiteY3" fmla="*/ 123485 h 130746"/>
                  <a:gd name="connsiteX4" fmla="*/ 2745 w 131152"/>
                  <a:gd name="connsiteY4" fmla="*/ 37228 h 130746"/>
                  <a:gd name="connsiteX5" fmla="*/ 25760 w 131152"/>
                  <a:gd name="connsiteY5" fmla="*/ 0 h 130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491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0C822B5C-B75F-6ADC-5F50-9A79EE1A3749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91161"/>
              </a:xfrm>
              <a:custGeom>
                <a:avLst/>
                <a:gdLst>
                  <a:gd name="connsiteX0" fmla="*/ 47825 w 248294"/>
                  <a:gd name="connsiteY0" fmla="*/ 0 h 191161"/>
                  <a:gd name="connsiteX1" fmla="*/ 193086 w 248294"/>
                  <a:gd name="connsiteY1" fmla="*/ 0 h 191161"/>
                  <a:gd name="connsiteX2" fmla="*/ 242409 w 248294"/>
                  <a:gd name="connsiteY2" fmla="*/ 79803 h 191161"/>
                  <a:gd name="connsiteX3" fmla="*/ 195075 w 248294"/>
                  <a:gd name="connsiteY3" fmla="*/ 174503 h 191161"/>
                  <a:gd name="connsiteX4" fmla="*/ 194618 w 248294"/>
                  <a:gd name="connsiteY4" fmla="*/ 175416 h 191161"/>
                  <a:gd name="connsiteX5" fmla="*/ 186729 w 248294"/>
                  <a:gd name="connsiteY5" fmla="*/ 191161 h 191161"/>
                  <a:gd name="connsiteX6" fmla="*/ 195042 w 248294"/>
                  <a:gd name="connsiteY6" fmla="*/ 174503 h 191161"/>
                  <a:gd name="connsiteX7" fmla="*/ 145296 w 248294"/>
                  <a:gd name="connsiteY7" fmla="*/ 95581 h 191161"/>
                  <a:gd name="connsiteX8" fmla="*/ 13172 w 248294"/>
                  <a:gd name="connsiteY8" fmla="*/ 95581 h 191161"/>
                  <a:gd name="connsiteX9" fmla="*/ 1404 w 248294"/>
                  <a:gd name="connsiteY9" fmla="*/ 76543 h 191161"/>
                  <a:gd name="connsiteX10" fmla="*/ 36056 w 248294"/>
                  <a:gd name="connsiteY10" fmla="*/ 7270 h 191161"/>
                  <a:gd name="connsiteX11" fmla="*/ 47825 w 248294"/>
                  <a:gd name="connsiteY11" fmla="*/ 0 h 191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7944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28928D73-4CB4-EC3B-9A6C-9FFF3A0FBFA2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83793"/>
              </a:xfrm>
              <a:custGeom>
                <a:avLst/>
                <a:gdLst>
                  <a:gd name="connsiteX0" fmla="*/ 47825 w 248294"/>
                  <a:gd name="connsiteY0" fmla="*/ 0 h 183793"/>
                  <a:gd name="connsiteX1" fmla="*/ 193086 w 248294"/>
                  <a:gd name="connsiteY1" fmla="*/ 0 h 183793"/>
                  <a:gd name="connsiteX2" fmla="*/ 242409 w 248294"/>
                  <a:gd name="connsiteY2" fmla="*/ 79803 h 183793"/>
                  <a:gd name="connsiteX3" fmla="*/ 194977 w 248294"/>
                  <a:gd name="connsiteY3" fmla="*/ 174699 h 183793"/>
                  <a:gd name="connsiteX4" fmla="*/ 194651 w 248294"/>
                  <a:gd name="connsiteY4" fmla="*/ 175383 h 183793"/>
                  <a:gd name="connsiteX5" fmla="*/ 190446 w 248294"/>
                  <a:gd name="connsiteY5" fmla="*/ 183794 h 183793"/>
                  <a:gd name="connsiteX6" fmla="*/ 194977 w 248294"/>
                  <a:gd name="connsiteY6" fmla="*/ 174699 h 183793"/>
                  <a:gd name="connsiteX7" fmla="*/ 145329 w 248294"/>
                  <a:gd name="connsiteY7" fmla="*/ 95581 h 183793"/>
                  <a:gd name="connsiteX8" fmla="*/ 13172 w 248294"/>
                  <a:gd name="connsiteY8" fmla="*/ 95581 h 183793"/>
                  <a:gd name="connsiteX9" fmla="*/ 1404 w 248294"/>
                  <a:gd name="connsiteY9" fmla="*/ 76543 h 183793"/>
                  <a:gd name="connsiteX10" fmla="*/ 36056 w 248294"/>
                  <a:gd name="connsiteY10" fmla="*/ 7270 h 183793"/>
                  <a:gd name="connsiteX11" fmla="*/ 47825 w 248294"/>
                  <a:gd name="connsiteY11" fmla="*/ 0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4A8B"/>
                  </a:gs>
                  <a:gs pos="41000">
                    <a:srgbClr val="105DA8">
                      <a:alpha val="49804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578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718B4A44-BBAB-DADC-3B80-5D998350D454}"/>
                  </a:ext>
                </a:extLst>
              </p:cNvPr>
              <p:cNvSpPr/>
              <p:nvPr/>
            </p:nvSpPr>
            <p:spPr>
              <a:xfrm>
                <a:off x="749644" y="1008242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2443A851-4C88-8704-F7D9-DE121BB0D463}"/>
                  </a:ext>
                </a:extLst>
              </p:cNvPr>
              <p:cNvSpPr/>
              <p:nvPr/>
            </p:nvSpPr>
            <p:spPr>
              <a:xfrm>
                <a:off x="749644" y="1014110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81C895B7-CD2F-6EAA-B611-E3515AEB6058}"/>
                  </a:ext>
                </a:extLst>
              </p:cNvPr>
              <p:cNvSpPr/>
              <p:nvPr/>
            </p:nvSpPr>
            <p:spPr>
              <a:xfrm>
                <a:off x="749644" y="1006776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80635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2D2C48C5-DECB-2DDE-9C3B-8F46AB07FA77}"/>
                  </a:ext>
                </a:extLst>
              </p:cNvPr>
              <p:cNvSpPr/>
              <p:nvPr/>
            </p:nvSpPr>
            <p:spPr>
              <a:xfrm>
                <a:off x="749775" y="1014143"/>
                <a:ext cx="312201" cy="139491"/>
              </a:xfrm>
              <a:custGeom>
                <a:avLst/>
                <a:gdLst>
                  <a:gd name="connsiteX0" fmla="*/ 215513 w 312201"/>
                  <a:gd name="connsiteY0" fmla="*/ 124952 h 139491"/>
                  <a:gd name="connsiteX1" fmla="*/ 23504 w 312201"/>
                  <a:gd name="connsiteY1" fmla="*/ 124952 h 139491"/>
                  <a:gd name="connsiteX2" fmla="*/ 0 w 312201"/>
                  <a:gd name="connsiteY2" fmla="*/ 139492 h 139491"/>
                  <a:gd name="connsiteX3" fmla="*/ 47790 w 312201"/>
                  <a:gd name="connsiteY3" fmla="*/ 43944 h 139491"/>
                  <a:gd name="connsiteX4" fmla="*/ 71294 w 312201"/>
                  <a:gd name="connsiteY4" fmla="*/ 29404 h 139491"/>
                  <a:gd name="connsiteX5" fmla="*/ 264411 w 312201"/>
                  <a:gd name="connsiteY5" fmla="*/ 29404 h 139491"/>
                  <a:gd name="connsiteX6" fmla="*/ 312202 w 312201"/>
                  <a:gd name="connsiteY6" fmla="*/ 0 h 139491"/>
                  <a:gd name="connsiteX7" fmla="*/ 264835 w 312201"/>
                  <a:gd name="connsiteY7" fmla="*/ 94537 h 139491"/>
                  <a:gd name="connsiteX8" fmla="*/ 215545 w 312201"/>
                  <a:gd name="connsiteY8" fmla="*/ 124985 h 13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8E47C">
                      <a:alpha val="85882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2887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7" name="Agrupar 126">
              <a:extLst>
                <a:ext uri="{FF2B5EF4-FFF2-40B4-BE49-F238E27FC236}">
                  <a16:creationId xmlns:a16="http://schemas.microsoft.com/office/drawing/2014/main" id="{C24C0E2A-0296-4F4C-F13F-82E07B6F6320}"/>
                </a:ext>
              </a:extLst>
            </p:cNvPr>
            <p:cNvGrpSpPr/>
            <p:nvPr userDrawn="1"/>
          </p:nvGrpSpPr>
          <p:grpSpPr>
            <a:xfrm>
              <a:off x="4804822" y="2494985"/>
              <a:ext cx="1193620" cy="212552"/>
              <a:chOff x="1275312" y="995042"/>
              <a:chExt cx="1193620" cy="212552"/>
            </a:xfrm>
            <a:solidFill>
              <a:schemeClr val="bg1"/>
            </a:solidFill>
          </p:grpSpPr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CBBD698A-26C4-5198-6DC2-AE790722A92D}"/>
                  </a:ext>
                </a:extLst>
              </p:cNvPr>
              <p:cNvSpPr/>
              <p:nvPr/>
            </p:nvSpPr>
            <p:spPr>
              <a:xfrm>
                <a:off x="1275312" y="1010185"/>
                <a:ext cx="209156" cy="194045"/>
              </a:xfrm>
              <a:custGeom>
                <a:avLst/>
                <a:gdLst>
                  <a:gd name="connsiteX0" fmla="*/ 113638 w 209156"/>
                  <a:gd name="connsiteY0" fmla="*/ 125028 h 194045"/>
                  <a:gd name="connsiteX1" fmla="*/ 109723 w 209156"/>
                  <a:gd name="connsiteY1" fmla="*/ 135835 h 194045"/>
                  <a:gd name="connsiteX2" fmla="*/ 105128 w 209156"/>
                  <a:gd name="connsiteY2" fmla="*/ 149911 h 194045"/>
                  <a:gd name="connsiteX3" fmla="*/ 104319 w 209156"/>
                  <a:gd name="connsiteY3" fmla="*/ 149911 h 194045"/>
                  <a:gd name="connsiteX4" fmla="*/ 101278 w 209156"/>
                  <a:gd name="connsiteY4" fmla="*/ 138553 h 194045"/>
                  <a:gd name="connsiteX5" fmla="*/ 96327 w 209156"/>
                  <a:gd name="connsiteY5" fmla="*/ 125416 h 194045"/>
                  <a:gd name="connsiteX6" fmla="*/ 46530 w 209156"/>
                  <a:gd name="connsiteY6" fmla="*/ 0 h 194045"/>
                  <a:gd name="connsiteX7" fmla="*/ 0 w 209156"/>
                  <a:gd name="connsiteY7" fmla="*/ 0 h 194045"/>
                  <a:gd name="connsiteX8" fmla="*/ 0 w 209156"/>
                  <a:gd name="connsiteY8" fmla="*/ 194013 h 194045"/>
                  <a:gd name="connsiteX9" fmla="*/ 30448 w 209156"/>
                  <a:gd name="connsiteY9" fmla="*/ 194013 h 194045"/>
                  <a:gd name="connsiteX10" fmla="*/ 30448 w 209156"/>
                  <a:gd name="connsiteY10" fmla="*/ 74971 h 194045"/>
                  <a:gd name="connsiteX11" fmla="*/ 30124 w 209156"/>
                  <a:gd name="connsiteY11" fmla="*/ 52095 h 194045"/>
                  <a:gd name="connsiteX12" fmla="*/ 28960 w 209156"/>
                  <a:gd name="connsiteY12" fmla="*/ 30998 h 194045"/>
                  <a:gd name="connsiteX13" fmla="*/ 29898 w 209156"/>
                  <a:gd name="connsiteY13" fmla="*/ 30998 h 194045"/>
                  <a:gd name="connsiteX14" fmla="*/ 33069 w 209156"/>
                  <a:gd name="connsiteY14" fmla="*/ 45624 h 194045"/>
                  <a:gd name="connsiteX15" fmla="*/ 35722 w 209156"/>
                  <a:gd name="connsiteY15" fmla="*/ 54425 h 194045"/>
                  <a:gd name="connsiteX16" fmla="*/ 92282 w 209156"/>
                  <a:gd name="connsiteY16" fmla="*/ 194046 h 194045"/>
                  <a:gd name="connsiteX17" fmla="*/ 115288 w 209156"/>
                  <a:gd name="connsiteY17" fmla="*/ 194046 h 194045"/>
                  <a:gd name="connsiteX18" fmla="*/ 171557 w 209156"/>
                  <a:gd name="connsiteY18" fmla="*/ 53357 h 194045"/>
                  <a:gd name="connsiteX19" fmla="*/ 174340 w 209156"/>
                  <a:gd name="connsiteY19" fmla="*/ 44426 h 194045"/>
                  <a:gd name="connsiteX20" fmla="*/ 177382 w 209156"/>
                  <a:gd name="connsiteY20" fmla="*/ 31030 h 194045"/>
                  <a:gd name="connsiteX21" fmla="*/ 178320 w 209156"/>
                  <a:gd name="connsiteY21" fmla="*/ 31030 h 194045"/>
                  <a:gd name="connsiteX22" fmla="*/ 177026 w 209156"/>
                  <a:gd name="connsiteY22" fmla="*/ 52321 h 194045"/>
                  <a:gd name="connsiteX23" fmla="*/ 176540 w 209156"/>
                  <a:gd name="connsiteY23" fmla="*/ 70797 h 194045"/>
                  <a:gd name="connsiteX24" fmla="*/ 176540 w 209156"/>
                  <a:gd name="connsiteY24" fmla="*/ 194046 h 194045"/>
                  <a:gd name="connsiteX25" fmla="*/ 209156 w 209156"/>
                  <a:gd name="connsiteY25" fmla="*/ 194046 h 194045"/>
                  <a:gd name="connsiteX26" fmla="*/ 209156 w 209156"/>
                  <a:gd name="connsiteY26" fmla="*/ 0 h 194045"/>
                  <a:gd name="connsiteX27" fmla="*/ 163986 w 209156"/>
                  <a:gd name="connsiteY27" fmla="*/ 0 h 194045"/>
                  <a:gd name="connsiteX28" fmla="*/ 113671 w 209156"/>
                  <a:gd name="connsiteY28" fmla="*/ 124996 h 19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8D41F5EC-B2AB-4B94-77A1-6C4697775D9A}"/>
                  </a:ext>
                </a:extLst>
              </p:cNvPr>
              <p:cNvSpPr/>
              <p:nvPr/>
            </p:nvSpPr>
            <p:spPr>
              <a:xfrm>
                <a:off x="1527535" y="1062280"/>
                <a:ext cx="32195" cy="141918"/>
              </a:xfrm>
              <a:custGeom>
                <a:avLst/>
                <a:gdLst>
                  <a:gd name="connsiteX0" fmla="*/ 0 w 32195"/>
                  <a:gd name="connsiteY0" fmla="*/ 0 h 141918"/>
                  <a:gd name="connsiteX1" fmla="*/ 32195 w 32195"/>
                  <a:gd name="connsiteY1" fmla="*/ 0 h 141918"/>
                  <a:gd name="connsiteX2" fmla="*/ 32195 w 32195"/>
                  <a:gd name="connsiteY2" fmla="*/ 141918 h 141918"/>
                  <a:gd name="connsiteX3" fmla="*/ 0 w 32195"/>
                  <a:gd name="connsiteY3" fmla="*/ 141918 h 14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56F2DBF2-9800-8CF6-C629-F079F6042A25}"/>
                  </a:ext>
                </a:extLst>
              </p:cNvPr>
              <p:cNvSpPr/>
              <p:nvPr/>
            </p:nvSpPr>
            <p:spPr>
              <a:xfrm>
                <a:off x="1523588" y="998698"/>
                <a:ext cx="40737" cy="38537"/>
              </a:xfrm>
              <a:custGeom>
                <a:avLst/>
                <a:gdLst>
                  <a:gd name="connsiteX0" fmla="*/ 20320 w 40737"/>
                  <a:gd name="connsiteY0" fmla="*/ 0 h 38537"/>
                  <a:gd name="connsiteX1" fmla="*/ 5760 w 40737"/>
                  <a:gd name="connsiteY1" fmla="*/ 5404 h 38537"/>
                  <a:gd name="connsiteX2" fmla="*/ 0 w 40737"/>
                  <a:gd name="connsiteY2" fmla="*/ 19350 h 38537"/>
                  <a:gd name="connsiteX3" fmla="*/ 5760 w 40737"/>
                  <a:gd name="connsiteY3" fmla="*/ 33004 h 38537"/>
                  <a:gd name="connsiteX4" fmla="*/ 20320 w 40737"/>
                  <a:gd name="connsiteY4" fmla="*/ 38537 h 38537"/>
                  <a:gd name="connsiteX5" fmla="*/ 34913 w 40737"/>
                  <a:gd name="connsiteY5" fmla="*/ 33069 h 38537"/>
                  <a:gd name="connsiteX6" fmla="*/ 40738 w 40737"/>
                  <a:gd name="connsiteY6" fmla="*/ 19350 h 38537"/>
                  <a:gd name="connsiteX7" fmla="*/ 34913 w 40737"/>
                  <a:gd name="connsiteY7" fmla="*/ 5404 h 38537"/>
                  <a:gd name="connsiteX8" fmla="*/ 20320 w 40737"/>
                  <a:gd name="connsiteY8" fmla="*/ 0 h 38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A825D239-7D66-9885-C8A0-95382A60AE0A}"/>
                  </a:ext>
                </a:extLst>
              </p:cNvPr>
              <p:cNvSpPr/>
              <p:nvPr/>
            </p:nvSpPr>
            <p:spPr>
              <a:xfrm>
                <a:off x="1592249" y="1058914"/>
                <a:ext cx="117035" cy="148680"/>
              </a:xfrm>
              <a:custGeom>
                <a:avLst/>
                <a:gdLst>
                  <a:gd name="connsiteX0" fmla="*/ 75748 w 117035"/>
                  <a:gd name="connsiteY0" fmla="*/ 25562 h 148680"/>
                  <a:gd name="connsiteX1" fmla="*/ 90438 w 117035"/>
                  <a:gd name="connsiteY1" fmla="*/ 27374 h 148680"/>
                  <a:gd name="connsiteX2" fmla="*/ 104319 w 117035"/>
                  <a:gd name="connsiteY2" fmla="*/ 33263 h 148680"/>
                  <a:gd name="connsiteX3" fmla="*/ 117036 w 117035"/>
                  <a:gd name="connsiteY3" fmla="*/ 10807 h 148680"/>
                  <a:gd name="connsiteX4" fmla="*/ 97136 w 117035"/>
                  <a:gd name="connsiteY4" fmla="*/ 2556 h 148680"/>
                  <a:gd name="connsiteX5" fmla="*/ 75360 w 117035"/>
                  <a:gd name="connsiteY5" fmla="*/ 0 h 148680"/>
                  <a:gd name="connsiteX6" fmla="*/ 20417 w 117035"/>
                  <a:gd name="connsiteY6" fmla="*/ 21032 h 148680"/>
                  <a:gd name="connsiteX7" fmla="*/ 0 w 117035"/>
                  <a:gd name="connsiteY7" fmla="*/ 77657 h 148680"/>
                  <a:gd name="connsiteX8" fmla="*/ 19544 w 117035"/>
                  <a:gd name="connsiteY8" fmla="*/ 129461 h 148680"/>
                  <a:gd name="connsiteX9" fmla="*/ 71833 w 117035"/>
                  <a:gd name="connsiteY9" fmla="*/ 148681 h 148680"/>
                  <a:gd name="connsiteX10" fmla="*/ 94774 w 117035"/>
                  <a:gd name="connsiteY10" fmla="*/ 145704 h 148680"/>
                  <a:gd name="connsiteX11" fmla="*/ 115936 w 117035"/>
                  <a:gd name="connsiteY11" fmla="*/ 136094 h 148680"/>
                  <a:gd name="connsiteX12" fmla="*/ 102669 w 117035"/>
                  <a:gd name="connsiteY12" fmla="*/ 114188 h 148680"/>
                  <a:gd name="connsiteX13" fmla="*/ 87979 w 117035"/>
                  <a:gd name="connsiteY13" fmla="*/ 121080 h 148680"/>
                  <a:gd name="connsiteX14" fmla="*/ 74777 w 117035"/>
                  <a:gd name="connsiteY14" fmla="*/ 123119 h 148680"/>
                  <a:gd name="connsiteX15" fmla="*/ 44685 w 117035"/>
                  <a:gd name="connsiteY15" fmla="*/ 110597 h 148680"/>
                  <a:gd name="connsiteX16" fmla="*/ 32842 w 117035"/>
                  <a:gd name="connsiteY16" fmla="*/ 74939 h 148680"/>
                  <a:gd name="connsiteX17" fmla="*/ 44006 w 117035"/>
                  <a:gd name="connsiteY17" fmla="*/ 39023 h 148680"/>
                  <a:gd name="connsiteX18" fmla="*/ 75716 w 117035"/>
                  <a:gd name="connsiteY18" fmla="*/ 25562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F228D065-0BCE-4A64-1F93-71C09DB8045D}"/>
                  </a:ext>
                </a:extLst>
              </p:cNvPr>
              <p:cNvSpPr/>
              <p:nvPr/>
            </p:nvSpPr>
            <p:spPr>
              <a:xfrm>
                <a:off x="1734071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DBC42805-EE9F-3A5B-65AB-5A9B1FB4B725}"/>
                  </a:ext>
                </a:extLst>
              </p:cNvPr>
              <p:cNvSpPr/>
              <p:nvPr/>
            </p:nvSpPr>
            <p:spPr>
              <a:xfrm>
                <a:off x="1828974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D96C2789-6978-D7E8-69A3-F0766EB0E2B8}"/>
                  </a:ext>
                </a:extLst>
              </p:cNvPr>
              <p:cNvSpPr/>
              <p:nvPr/>
            </p:nvSpPr>
            <p:spPr>
              <a:xfrm>
                <a:off x="1992766" y="1058882"/>
                <a:ext cx="106293" cy="148648"/>
              </a:xfrm>
              <a:custGeom>
                <a:avLst/>
                <a:gdLst>
                  <a:gd name="connsiteX0" fmla="*/ 61640 w 106293"/>
                  <a:gd name="connsiteY0" fmla="*/ 59667 h 148648"/>
                  <a:gd name="connsiteX1" fmla="*/ 40188 w 106293"/>
                  <a:gd name="connsiteY1" fmla="*/ 52160 h 148648"/>
                  <a:gd name="connsiteX2" fmla="*/ 34040 w 106293"/>
                  <a:gd name="connsiteY2" fmla="*/ 40576 h 148648"/>
                  <a:gd name="connsiteX3" fmla="*/ 40479 w 106293"/>
                  <a:gd name="connsiteY3" fmla="*/ 28539 h 148648"/>
                  <a:gd name="connsiteX4" fmla="*/ 58405 w 106293"/>
                  <a:gd name="connsiteY4" fmla="*/ 24203 h 148648"/>
                  <a:gd name="connsiteX5" fmla="*/ 73904 w 106293"/>
                  <a:gd name="connsiteY5" fmla="*/ 26630 h 148648"/>
                  <a:gd name="connsiteX6" fmla="*/ 90470 w 106293"/>
                  <a:gd name="connsiteY6" fmla="*/ 34752 h 148648"/>
                  <a:gd name="connsiteX7" fmla="*/ 103187 w 106293"/>
                  <a:gd name="connsiteY7" fmla="*/ 12716 h 148648"/>
                  <a:gd name="connsiteX8" fmla="*/ 82219 w 106293"/>
                  <a:gd name="connsiteY8" fmla="*/ 3042 h 148648"/>
                  <a:gd name="connsiteX9" fmla="*/ 59505 w 106293"/>
                  <a:gd name="connsiteY9" fmla="*/ 0 h 148648"/>
                  <a:gd name="connsiteX10" fmla="*/ 20191 w 106293"/>
                  <a:gd name="connsiteY10" fmla="*/ 12231 h 148648"/>
                  <a:gd name="connsiteX11" fmla="*/ 4983 w 106293"/>
                  <a:gd name="connsiteY11" fmla="*/ 43812 h 148648"/>
                  <a:gd name="connsiteX12" fmla="*/ 15596 w 106293"/>
                  <a:gd name="connsiteY12" fmla="*/ 70862 h 148648"/>
                  <a:gd name="connsiteX13" fmla="*/ 52742 w 106293"/>
                  <a:gd name="connsiteY13" fmla="*/ 87364 h 148648"/>
                  <a:gd name="connsiteX14" fmla="*/ 71347 w 106293"/>
                  <a:gd name="connsiteY14" fmla="*/ 95065 h 148648"/>
                  <a:gd name="connsiteX15" fmla="*/ 76978 w 106293"/>
                  <a:gd name="connsiteY15" fmla="*/ 106714 h 148648"/>
                  <a:gd name="connsiteX16" fmla="*/ 70344 w 106293"/>
                  <a:gd name="connsiteY16" fmla="*/ 119851 h 148648"/>
                  <a:gd name="connsiteX17" fmla="*/ 51804 w 106293"/>
                  <a:gd name="connsiteY17" fmla="*/ 124187 h 148648"/>
                  <a:gd name="connsiteX18" fmla="*/ 31451 w 106293"/>
                  <a:gd name="connsiteY18" fmla="*/ 120660 h 148648"/>
                  <a:gd name="connsiteX19" fmla="*/ 14075 w 106293"/>
                  <a:gd name="connsiteY19" fmla="*/ 111470 h 148648"/>
                  <a:gd name="connsiteX20" fmla="*/ 0 w 106293"/>
                  <a:gd name="connsiteY20" fmla="*/ 134185 h 148648"/>
                  <a:gd name="connsiteX21" fmla="*/ 24074 w 106293"/>
                  <a:gd name="connsiteY21" fmla="*/ 144992 h 148648"/>
                  <a:gd name="connsiteX22" fmla="*/ 50574 w 106293"/>
                  <a:gd name="connsiteY22" fmla="*/ 148649 h 148648"/>
                  <a:gd name="connsiteX23" fmla="*/ 91215 w 106293"/>
                  <a:gd name="connsiteY23" fmla="*/ 136353 h 148648"/>
                  <a:gd name="connsiteX24" fmla="*/ 106293 w 106293"/>
                  <a:gd name="connsiteY24" fmla="*/ 103608 h 148648"/>
                  <a:gd name="connsiteX25" fmla="*/ 95551 w 106293"/>
                  <a:gd name="connsiteY25" fmla="*/ 75619 h 148648"/>
                  <a:gd name="connsiteX26" fmla="*/ 61673 w 106293"/>
                  <a:gd name="connsiteY26" fmla="*/ 59667 h 14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2361B270-6EAE-A98B-8BC9-409A993CEC91}"/>
                  </a:ext>
                </a:extLst>
              </p:cNvPr>
              <p:cNvSpPr/>
              <p:nvPr/>
            </p:nvSpPr>
            <p:spPr>
              <a:xfrm>
                <a:off x="2117923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026A3E07-4546-BE4E-C15A-0D8975F369B1}"/>
                  </a:ext>
                </a:extLst>
              </p:cNvPr>
              <p:cNvSpPr/>
              <p:nvPr/>
            </p:nvSpPr>
            <p:spPr>
              <a:xfrm>
                <a:off x="2280970" y="995042"/>
                <a:ext cx="187962" cy="212262"/>
              </a:xfrm>
              <a:custGeom>
                <a:avLst/>
                <a:gdLst>
                  <a:gd name="connsiteX0" fmla="*/ 174825 w 187962"/>
                  <a:gd name="connsiteY0" fmla="*/ 186636 h 212262"/>
                  <a:gd name="connsiteX1" fmla="*/ 167383 w 187962"/>
                  <a:gd name="connsiteY1" fmla="*/ 187510 h 212262"/>
                  <a:gd name="connsiteX2" fmla="*/ 155541 w 187962"/>
                  <a:gd name="connsiteY2" fmla="*/ 182915 h 212262"/>
                  <a:gd name="connsiteX3" fmla="*/ 151690 w 187962"/>
                  <a:gd name="connsiteY3" fmla="*/ 167772 h 212262"/>
                  <a:gd name="connsiteX4" fmla="*/ 151690 w 187962"/>
                  <a:gd name="connsiteY4" fmla="*/ 92283 h 212262"/>
                  <a:gd name="connsiteX5" fmla="*/ 185633 w 187962"/>
                  <a:gd name="connsiteY5" fmla="*/ 92283 h 212262"/>
                  <a:gd name="connsiteX6" fmla="*/ 185633 w 187962"/>
                  <a:gd name="connsiteY6" fmla="*/ 67270 h 212262"/>
                  <a:gd name="connsiteX7" fmla="*/ 151690 w 187962"/>
                  <a:gd name="connsiteY7" fmla="*/ 67270 h 212262"/>
                  <a:gd name="connsiteX8" fmla="*/ 151690 w 187962"/>
                  <a:gd name="connsiteY8" fmla="*/ 25303 h 212262"/>
                  <a:gd name="connsiteX9" fmla="*/ 119495 w 187962"/>
                  <a:gd name="connsiteY9" fmla="*/ 35043 h 212262"/>
                  <a:gd name="connsiteX10" fmla="*/ 119495 w 187962"/>
                  <a:gd name="connsiteY10" fmla="*/ 67238 h 212262"/>
                  <a:gd name="connsiteX11" fmla="*/ 55848 w 187962"/>
                  <a:gd name="connsiteY11" fmla="*/ 67238 h 212262"/>
                  <a:gd name="connsiteX12" fmla="*/ 55848 w 187962"/>
                  <a:gd name="connsiteY12" fmla="*/ 47889 h 212262"/>
                  <a:gd name="connsiteX13" fmla="*/ 60993 w 187962"/>
                  <a:gd name="connsiteY13" fmla="*/ 31451 h 212262"/>
                  <a:gd name="connsiteX14" fmla="*/ 76428 w 187962"/>
                  <a:gd name="connsiteY14" fmla="*/ 25692 h 212262"/>
                  <a:gd name="connsiteX15" fmla="*/ 83190 w 187962"/>
                  <a:gd name="connsiteY15" fmla="*/ 26306 h 212262"/>
                  <a:gd name="connsiteX16" fmla="*/ 90212 w 187962"/>
                  <a:gd name="connsiteY16" fmla="*/ 28539 h 212262"/>
                  <a:gd name="connsiteX17" fmla="*/ 97654 w 187962"/>
                  <a:gd name="connsiteY17" fmla="*/ 3786 h 212262"/>
                  <a:gd name="connsiteX18" fmla="*/ 86555 w 187962"/>
                  <a:gd name="connsiteY18" fmla="*/ 938 h 212262"/>
                  <a:gd name="connsiteX19" fmla="*/ 74260 w 187962"/>
                  <a:gd name="connsiteY19" fmla="*/ 0 h 212262"/>
                  <a:gd name="connsiteX20" fmla="*/ 37599 w 187962"/>
                  <a:gd name="connsiteY20" fmla="*/ 12457 h 212262"/>
                  <a:gd name="connsiteX21" fmla="*/ 23815 w 187962"/>
                  <a:gd name="connsiteY21" fmla="*/ 46141 h 212262"/>
                  <a:gd name="connsiteX22" fmla="*/ 23815 w 187962"/>
                  <a:gd name="connsiteY22" fmla="*/ 67238 h 212262"/>
                  <a:gd name="connsiteX23" fmla="*/ 0 w 187962"/>
                  <a:gd name="connsiteY23" fmla="*/ 67238 h 212262"/>
                  <a:gd name="connsiteX24" fmla="*/ 0 w 187962"/>
                  <a:gd name="connsiteY24" fmla="*/ 92250 h 212262"/>
                  <a:gd name="connsiteX25" fmla="*/ 23815 w 187962"/>
                  <a:gd name="connsiteY25" fmla="*/ 92250 h 212262"/>
                  <a:gd name="connsiteX26" fmla="*/ 23815 w 187962"/>
                  <a:gd name="connsiteY26" fmla="*/ 209124 h 212262"/>
                  <a:gd name="connsiteX27" fmla="*/ 55881 w 187962"/>
                  <a:gd name="connsiteY27" fmla="*/ 209124 h 212262"/>
                  <a:gd name="connsiteX28" fmla="*/ 55881 w 187962"/>
                  <a:gd name="connsiteY28" fmla="*/ 92250 h 212262"/>
                  <a:gd name="connsiteX29" fmla="*/ 119527 w 187962"/>
                  <a:gd name="connsiteY29" fmla="*/ 92250 h 212262"/>
                  <a:gd name="connsiteX30" fmla="*/ 119527 w 187962"/>
                  <a:gd name="connsiteY30" fmla="*/ 170587 h 212262"/>
                  <a:gd name="connsiteX31" fmla="*/ 130140 w 187962"/>
                  <a:gd name="connsiteY31" fmla="*/ 201779 h 212262"/>
                  <a:gd name="connsiteX32" fmla="*/ 160653 w 187962"/>
                  <a:gd name="connsiteY32" fmla="*/ 212263 h 212262"/>
                  <a:gd name="connsiteX33" fmla="*/ 175117 w 187962"/>
                  <a:gd name="connsiteY33" fmla="*/ 211033 h 212262"/>
                  <a:gd name="connsiteX34" fmla="*/ 187963 w 187962"/>
                  <a:gd name="connsiteY34" fmla="*/ 207118 h 212262"/>
                  <a:gd name="connsiteX35" fmla="*/ 181200 w 187962"/>
                  <a:gd name="connsiteY35" fmla="*/ 184241 h 212262"/>
                  <a:gd name="connsiteX36" fmla="*/ 174858 w 187962"/>
                  <a:gd name="connsiteY36" fmla="*/ 186604 h 21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6" name="Agrupar 125">
              <a:extLst>
                <a:ext uri="{FF2B5EF4-FFF2-40B4-BE49-F238E27FC236}">
                  <a16:creationId xmlns:a16="http://schemas.microsoft.com/office/drawing/2014/main" id="{B7EA9F13-140B-8415-88A7-187E0F1D31A2}"/>
                </a:ext>
              </a:extLst>
            </p:cNvPr>
            <p:cNvGrpSpPr/>
            <p:nvPr userDrawn="1"/>
          </p:nvGrpSpPr>
          <p:grpSpPr>
            <a:xfrm>
              <a:off x="4808302" y="2778711"/>
              <a:ext cx="1916544" cy="212553"/>
              <a:chOff x="2569013" y="995042"/>
              <a:chExt cx="1916544" cy="212553"/>
            </a:xfrm>
            <a:solidFill>
              <a:srgbClr val="72E9AD"/>
            </a:solidFill>
          </p:grpSpPr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0D9659F6-A541-5A99-41C1-E86509A401CE}"/>
                  </a:ext>
                </a:extLst>
              </p:cNvPr>
              <p:cNvSpPr/>
              <p:nvPr/>
            </p:nvSpPr>
            <p:spPr>
              <a:xfrm>
                <a:off x="2569013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6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2 w 130010"/>
                  <a:gd name="connsiteY12" fmla="*/ 99725 h 194013"/>
                  <a:gd name="connsiteX13" fmla="*/ 32842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1876325F-5F28-90D6-1E4D-6473BA1889F8}"/>
                  </a:ext>
                </a:extLst>
              </p:cNvPr>
              <p:cNvSpPr/>
              <p:nvPr/>
            </p:nvSpPr>
            <p:spPr>
              <a:xfrm>
                <a:off x="2707858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1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496DA3FC-807E-6C56-00C2-D92C40ACF089}"/>
                  </a:ext>
                </a:extLst>
              </p:cNvPr>
              <p:cNvSpPr/>
              <p:nvPr/>
            </p:nvSpPr>
            <p:spPr>
              <a:xfrm>
                <a:off x="2867087" y="1062280"/>
                <a:ext cx="208735" cy="141950"/>
              </a:xfrm>
              <a:custGeom>
                <a:avLst/>
                <a:gdLst>
                  <a:gd name="connsiteX0" fmla="*/ 154020 w 208735"/>
                  <a:gd name="connsiteY0" fmla="*/ 100501 h 141950"/>
                  <a:gd name="connsiteX1" fmla="*/ 152531 w 208735"/>
                  <a:gd name="connsiteY1" fmla="*/ 107879 h 141950"/>
                  <a:gd name="connsiteX2" fmla="*/ 151723 w 208735"/>
                  <a:gd name="connsiteY2" fmla="*/ 114835 h 141950"/>
                  <a:gd name="connsiteX3" fmla="*/ 150784 w 208735"/>
                  <a:gd name="connsiteY3" fmla="*/ 114835 h 141950"/>
                  <a:gd name="connsiteX4" fmla="*/ 149716 w 208735"/>
                  <a:gd name="connsiteY4" fmla="*/ 106261 h 141950"/>
                  <a:gd name="connsiteX5" fmla="*/ 148649 w 208735"/>
                  <a:gd name="connsiteY5" fmla="*/ 100501 h 141950"/>
                  <a:gd name="connsiteX6" fmla="*/ 122666 w 208735"/>
                  <a:gd name="connsiteY6" fmla="*/ 0 h 141950"/>
                  <a:gd name="connsiteX7" fmla="*/ 92638 w 208735"/>
                  <a:gd name="connsiteY7" fmla="*/ 0 h 141950"/>
                  <a:gd name="connsiteX8" fmla="*/ 63679 w 208735"/>
                  <a:gd name="connsiteY8" fmla="*/ 99984 h 141950"/>
                  <a:gd name="connsiteX9" fmla="*/ 62061 w 208735"/>
                  <a:gd name="connsiteY9" fmla="*/ 107005 h 141950"/>
                  <a:gd name="connsiteX10" fmla="*/ 61123 w 208735"/>
                  <a:gd name="connsiteY10" fmla="*/ 114577 h 141950"/>
                  <a:gd name="connsiteX11" fmla="*/ 60055 w 208735"/>
                  <a:gd name="connsiteY11" fmla="*/ 114577 h 141950"/>
                  <a:gd name="connsiteX12" fmla="*/ 59311 w 208735"/>
                  <a:gd name="connsiteY12" fmla="*/ 106746 h 141950"/>
                  <a:gd name="connsiteX13" fmla="*/ 58146 w 208735"/>
                  <a:gd name="connsiteY13" fmla="*/ 100372 h 141950"/>
                  <a:gd name="connsiteX14" fmla="*/ 33134 w 208735"/>
                  <a:gd name="connsiteY14" fmla="*/ 0 h 141950"/>
                  <a:gd name="connsiteX15" fmla="*/ 0 w 208735"/>
                  <a:gd name="connsiteY15" fmla="*/ 0 h 141950"/>
                  <a:gd name="connsiteX16" fmla="*/ 41676 w 208735"/>
                  <a:gd name="connsiteY16" fmla="*/ 141918 h 141950"/>
                  <a:gd name="connsiteX17" fmla="*/ 74551 w 208735"/>
                  <a:gd name="connsiteY17" fmla="*/ 141918 h 141950"/>
                  <a:gd name="connsiteX18" fmla="*/ 102022 w 208735"/>
                  <a:gd name="connsiteY18" fmla="*/ 48180 h 141950"/>
                  <a:gd name="connsiteX19" fmla="*/ 103899 w 208735"/>
                  <a:gd name="connsiteY19" fmla="*/ 41094 h 141950"/>
                  <a:gd name="connsiteX20" fmla="*/ 104966 w 208735"/>
                  <a:gd name="connsiteY20" fmla="*/ 33328 h 141950"/>
                  <a:gd name="connsiteX21" fmla="*/ 105516 w 208735"/>
                  <a:gd name="connsiteY21" fmla="*/ 33328 h 141950"/>
                  <a:gd name="connsiteX22" fmla="*/ 106261 w 208735"/>
                  <a:gd name="connsiteY22" fmla="*/ 41029 h 141950"/>
                  <a:gd name="connsiteX23" fmla="*/ 107814 w 208735"/>
                  <a:gd name="connsiteY23" fmla="*/ 48600 h 141950"/>
                  <a:gd name="connsiteX24" fmla="*/ 133376 w 208735"/>
                  <a:gd name="connsiteY24" fmla="*/ 141951 h 141950"/>
                  <a:gd name="connsiteX25" fmla="*/ 166930 w 208735"/>
                  <a:gd name="connsiteY25" fmla="*/ 141951 h 141950"/>
                  <a:gd name="connsiteX26" fmla="*/ 208736 w 208735"/>
                  <a:gd name="connsiteY26" fmla="*/ 32 h 141950"/>
                  <a:gd name="connsiteX27" fmla="*/ 178158 w 208735"/>
                  <a:gd name="connsiteY27" fmla="*/ 32 h 141950"/>
                  <a:gd name="connsiteX28" fmla="*/ 154085 w 208735"/>
                  <a:gd name="connsiteY28" fmla="*/ 100534 h 14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BE6D3772-4C79-6826-B601-46C3974BB222}"/>
                  </a:ext>
                </a:extLst>
              </p:cNvPr>
              <p:cNvSpPr/>
              <p:nvPr/>
            </p:nvSpPr>
            <p:spPr>
              <a:xfrm>
                <a:off x="3089057" y="1058882"/>
                <a:ext cx="129201" cy="148680"/>
              </a:xfrm>
              <a:custGeom>
                <a:avLst/>
                <a:gdLst>
                  <a:gd name="connsiteX0" fmla="*/ 67918 w 129201"/>
                  <a:gd name="connsiteY0" fmla="*/ 0 h 148680"/>
                  <a:gd name="connsiteX1" fmla="*/ 19091 w 129201"/>
                  <a:gd name="connsiteY1" fmla="*/ 21032 h 148680"/>
                  <a:gd name="connsiteX2" fmla="*/ 0 w 129201"/>
                  <a:gd name="connsiteY2" fmla="*/ 76169 h 148680"/>
                  <a:gd name="connsiteX3" fmla="*/ 18541 w 129201"/>
                  <a:gd name="connsiteY3" fmla="*/ 129623 h 148680"/>
                  <a:gd name="connsiteX4" fmla="*/ 69956 w 129201"/>
                  <a:gd name="connsiteY4" fmla="*/ 148681 h 148680"/>
                  <a:gd name="connsiteX5" fmla="*/ 99984 w 129201"/>
                  <a:gd name="connsiteY5" fmla="*/ 144345 h 148680"/>
                  <a:gd name="connsiteX6" fmla="*/ 127034 w 129201"/>
                  <a:gd name="connsiteY6" fmla="*/ 130561 h 148680"/>
                  <a:gd name="connsiteX7" fmla="*/ 112700 w 129201"/>
                  <a:gd name="connsiteY7" fmla="*/ 110402 h 148680"/>
                  <a:gd name="connsiteX8" fmla="*/ 92347 w 129201"/>
                  <a:gd name="connsiteY8" fmla="*/ 120757 h 148680"/>
                  <a:gd name="connsiteX9" fmla="*/ 74421 w 129201"/>
                  <a:gd name="connsiteY9" fmla="*/ 123928 h 148680"/>
                  <a:gd name="connsiteX10" fmla="*/ 44038 w 129201"/>
                  <a:gd name="connsiteY10" fmla="*/ 113379 h 148680"/>
                  <a:gd name="connsiteX11" fmla="*/ 32325 w 129201"/>
                  <a:gd name="connsiteY11" fmla="*/ 82672 h 148680"/>
                  <a:gd name="connsiteX12" fmla="*/ 129202 w 129201"/>
                  <a:gd name="connsiteY12" fmla="*/ 82672 h 148680"/>
                  <a:gd name="connsiteX13" fmla="*/ 129202 w 129201"/>
                  <a:gd name="connsiteY13" fmla="*/ 68727 h 148680"/>
                  <a:gd name="connsiteX14" fmla="*/ 112894 w 129201"/>
                  <a:gd name="connsiteY14" fmla="*/ 17926 h 148680"/>
                  <a:gd name="connsiteX15" fmla="*/ 67918 w 129201"/>
                  <a:gd name="connsiteY15" fmla="*/ 0 h 148680"/>
                  <a:gd name="connsiteX16" fmla="*/ 32487 w 129201"/>
                  <a:gd name="connsiteY16" fmla="*/ 60475 h 148680"/>
                  <a:gd name="connsiteX17" fmla="*/ 44265 w 129201"/>
                  <a:gd name="connsiteY17" fmla="*/ 33554 h 148680"/>
                  <a:gd name="connsiteX18" fmla="*/ 67659 w 129201"/>
                  <a:gd name="connsiteY18" fmla="*/ 23556 h 148680"/>
                  <a:gd name="connsiteX19" fmla="*/ 90244 w 129201"/>
                  <a:gd name="connsiteY19" fmla="*/ 32875 h 148680"/>
                  <a:gd name="connsiteX20" fmla="*/ 98366 w 129201"/>
                  <a:gd name="connsiteY20" fmla="*/ 60475 h 148680"/>
                  <a:gd name="connsiteX21" fmla="*/ 32487 w 129201"/>
                  <a:gd name="connsiteY21" fmla="*/ 60475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26948EF7-49F6-FB84-B561-A87FFFF4A493}"/>
                  </a:ext>
                </a:extLst>
              </p:cNvPr>
              <p:cNvSpPr/>
              <p:nvPr/>
            </p:nvSpPr>
            <p:spPr>
              <a:xfrm>
                <a:off x="3247089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8B94D30B-539F-6F52-DDB4-A2F9BB48FA6C}"/>
                  </a:ext>
                </a:extLst>
              </p:cNvPr>
              <p:cNvSpPr/>
              <p:nvPr/>
            </p:nvSpPr>
            <p:spPr>
              <a:xfrm>
                <a:off x="3427027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7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3 w 130010"/>
                  <a:gd name="connsiteY12" fmla="*/ 99725 h 194013"/>
                  <a:gd name="connsiteX13" fmla="*/ 32843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82838EC-5BA4-F83F-5D26-D415954C964D}"/>
                  </a:ext>
                </a:extLst>
              </p:cNvPr>
              <p:cNvSpPr/>
              <p:nvPr/>
            </p:nvSpPr>
            <p:spPr>
              <a:xfrm>
                <a:off x="3585091" y="999086"/>
                <a:ext cx="32195" cy="205079"/>
              </a:xfrm>
              <a:custGeom>
                <a:avLst/>
                <a:gdLst>
                  <a:gd name="connsiteX0" fmla="*/ 0 w 32195"/>
                  <a:gd name="connsiteY0" fmla="*/ 0 h 205079"/>
                  <a:gd name="connsiteX1" fmla="*/ 32195 w 32195"/>
                  <a:gd name="connsiteY1" fmla="*/ 0 h 205079"/>
                  <a:gd name="connsiteX2" fmla="*/ 32195 w 32195"/>
                  <a:gd name="connsiteY2" fmla="*/ 205079 h 205079"/>
                  <a:gd name="connsiteX3" fmla="*/ 0 w 32195"/>
                  <a:gd name="connsiteY3" fmla="*/ 205079 h 205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D9668F2E-1E3C-E19B-4CD2-40EE03486B20}"/>
                  </a:ext>
                </a:extLst>
              </p:cNvPr>
              <p:cNvSpPr/>
              <p:nvPr/>
            </p:nvSpPr>
            <p:spPr>
              <a:xfrm>
                <a:off x="3646634" y="1058882"/>
                <a:ext cx="119074" cy="148713"/>
              </a:xfrm>
              <a:custGeom>
                <a:avLst/>
                <a:gdLst>
                  <a:gd name="connsiteX0" fmla="*/ 62967 w 119074"/>
                  <a:gd name="connsiteY0" fmla="*/ 0 h 148713"/>
                  <a:gd name="connsiteX1" fmla="*/ 32454 w 119074"/>
                  <a:gd name="connsiteY1" fmla="*/ 4724 h 148713"/>
                  <a:gd name="connsiteX2" fmla="*/ 5598 w 119074"/>
                  <a:gd name="connsiteY2" fmla="*/ 19350 h 148713"/>
                  <a:gd name="connsiteX3" fmla="*/ 19382 w 119074"/>
                  <a:gd name="connsiteY3" fmla="*/ 38570 h 148713"/>
                  <a:gd name="connsiteX4" fmla="*/ 39735 w 119074"/>
                  <a:gd name="connsiteY4" fmla="*/ 27406 h 148713"/>
                  <a:gd name="connsiteX5" fmla="*/ 60378 w 119074"/>
                  <a:gd name="connsiteY5" fmla="*/ 23685 h 148713"/>
                  <a:gd name="connsiteX6" fmla="*/ 80731 w 119074"/>
                  <a:gd name="connsiteY6" fmla="*/ 30319 h 148713"/>
                  <a:gd name="connsiteX7" fmla="*/ 88238 w 119074"/>
                  <a:gd name="connsiteY7" fmla="*/ 51286 h 148713"/>
                  <a:gd name="connsiteX8" fmla="*/ 88238 w 119074"/>
                  <a:gd name="connsiteY8" fmla="*/ 54263 h 148713"/>
                  <a:gd name="connsiteX9" fmla="*/ 50477 w 119074"/>
                  <a:gd name="connsiteY9" fmla="*/ 59278 h 148713"/>
                  <a:gd name="connsiteX10" fmla="*/ 12652 w 119074"/>
                  <a:gd name="connsiteY10" fmla="*/ 74971 h 148713"/>
                  <a:gd name="connsiteX11" fmla="*/ 0 w 119074"/>
                  <a:gd name="connsiteY11" fmla="*/ 106228 h 148713"/>
                  <a:gd name="connsiteX12" fmla="*/ 12587 w 119074"/>
                  <a:gd name="connsiteY12" fmla="*/ 137291 h 148713"/>
                  <a:gd name="connsiteX13" fmla="*/ 44782 w 119074"/>
                  <a:gd name="connsiteY13" fmla="*/ 148713 h 148713"/>
                  <a:gd name="connsiteX14" fmla="*/ 69471 w 119074"/>
                  <a:gd name="connsiteY14" fmla="*/ 142436 h 148713"/>
                  <a:gd name="connsiteX15" fmla="*/ 87397 w 119074"/>
                  <a:gd name="connsiteY15" fmla="*/ 123831 h 148713"/>
                  <a:gd name="connsiteX16" fmla="*/ 87947 w 119074"/>
                  <a:gd name="connsiteY16" fmla="*/ 123831 h 148713"/>
                  <a:gd name="connsiteX17" fmla="*/ 87947 w 119074"/>
                  <a:gd name="connsiteY17" fmla="*/ 145348 h 148713"/>
                  <a:gd name="connsiteX18" fmla="*/ 119074 w 119074"/>
                  <a:gd name="connsiteY18" fmla="*/ 145348 h 148713"/>
                  <a:gd name="connsiteX19" fmla="*/ 119074 w 119074"/>
                  <a:gd name="connsiteY19" fmla="*/ 56463 h 148713"/>
                  <a:gd name="connsiteX20" fmla="*/ 105128 w 119074"/>
                  <a:gd name="connsiteY20" fmla="*/ 14108 h 148713"/>
                  <a:gd name="connsiteX21" fmla="*/ 62935 w 119074"/>
                  <a:gd name="connsiteY21" fmla="*/ 32 h 148713"/>
                  <a:gd name="connsiteX22" fmla="*/ 88270 w 119074"/>
                  <a:gd name="connsiteY22" fmla="*/ 87397 h 148713"/>
                  <a:gd name="connsiteX23" fmla="*/ 78660 w 119074"/>
                  <a:gd name="connsiteY23" fmla="*/ 114059 h 148713"/>
                  <a:gd name="connsiteX24" fmla="*/ 53486 w 119074"/>
                  <a:gd name="connsiteY24" fmla="*/ 124478 h 148713"/>
                  <a:gd name="connsiteX25" fmla="*/ 37049 w 119074"/>
                  <a:gd name="connsiteY25" fmla="*/ 118654 h 148713"/>
                  <a:gd name="connsiteX26" fmla="*/ 30772 w 119074"/>
                  <a:gd name="connsiteY26" fmla="*/ 102702 h 148713"/>
                  <a:gd name="connsiteX27" fmla="*/ 37470 w 119074"/>
                  <a:gd name="connsiteY27" fmla="*/ 86879 h 148713"/>
                  <a:gd name="connsiteX28" fmla="*/ 57693 w 119074"/>
                  <a:gd name="connsiteY28" fmla="*/ 79566 h 148713"/>
                  <a:gd name="connsiteX29" fmla="*/ 88270 w 119074"/>
                  <a:gd name="connsiteY29" fmla="*/ 75522 h 148713"/>
                  <a:gd name="connsiteX30" fmla="*/ 88270 w 119074"/>
                  <a:gd name="connsiteY30" fmla="*/ 87429 h 148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F3AD3D63-724F-0C78-2A00-B98534E47C55}"/>
                  </a:ext>
                </a:extLst>
              </p:cNvPr>
              <p:cNvSpPr/>
              <p:nvPr/>
            </p:nvSpPr>
            <p:spPr>
              <a:xfrm>
                <a:off x="3788779" y="1020345"/>
                <a:ext cx="92120" cy="186959"/>
              </a:xfrm>
              <a:custGeom>
                <a:avLst/>
                <a:gdLst>
                  <a:gd name="connsiteX0" fmla="*/ 79016 w 92120"/>
                  <a:gd name="connsiteY0" fmla="*/ 161333 h 186959"/>
                  <a:gd name="connsiteX1" fmla="*/ 71574 w 92120"/>
                  <a:gd name="connsiteY1" fmla="*/ 162206 h 186959"/>
                  <a:gd name="connsiteX2" fmla="*/ 59731 w 92120"/>
                  <a:gd name="connsiteY2" fmla="*/ 157612 h 186959"/>
                  <a:gd name="connsiteX3" fmla="*/ 55881 w 92120"/>
                  <a:gd name="connsiteY3" fmla="*/ 142468 h 186959"/>
                  <a:gd name="connsiteX4" fmla="*/ 55881 w 92120"/>
                  <a:gd name="connsiteY4" fmla="*/ 66979 h 186959"/>
                  <a:gd name="connsiteX5" fmla="*/ 89823 w 92120"/>
                  <a:gd name="connsiteY5" fmla="*/ 66979 h 186959"/>
                  <a:gd name="connsiteX6" fmla="*/ 89823 w 92120"/>
                  <a:gd name="connsiteY6" fmla="*/ 41967 h 186959"/>
                  <a:gd name="connsiteX7" fmla="*/ 55881 w 92120"/>
                  <a:gd name="connsiteY7" fmla="*/ 41967 h 186959"/>
                  <a:gd name="connsiteX8" fmla="*/ 55881 w 92120"/>
                  <a:gd name="connsiteY8" fmla="*/ 0 h 186959"/>
                  <a:gd name="connsiteX9" fmla="*/ 23685 w 92120"/>
                  <a:gd name="connsiteY9" fmla="*/ 9739 h 186959"/>
                  <a:gd name="connsiteX10" fmla="*/ 23685 w 92120"/>
                  <a:gd name="connsiteY10" fmla="*/ 41935 h 186959"/>
                  <a:gd name="connsiteX11" fmla="*/ 0 w 92120"/>
                  <a:gd name="connsiteY11" fmla="*/ 41935 h 186959"/>
                  <a:gd name="connsiteX12" fmla="*/ 0 w 92120"/>
                  <a:gd name="connsiteY12" fmla="*/ 66947 h 186959"/>
                  <a:gd name="connsiteX13" fmla="*/ 23685 w 92120"/>
                  <a:gd name="connsiteY13" fmla="*/ 66947 h 186959"/>
                  <a:gd name="connsiteX14" fmla="*/ 23685 w 92120"/>
                  <a:gd name="connsiteY14" fmla="*/ 145283 h 186959"/>
                  <a:gd name="connsiteX15" fmla="*/ 34299 w 92120"/>
                  <a:gd name="connsiteY15" fmla="*/ 176476 h 186959"/>
                  <a:gd name="connsiteX16" fmla="*/ 64811 w 92120"/>
                  <a:gd name="connsiteY16" fmla="*/ 186959 h 186959"/>
                  <a:gd name="connsiteX17" fmla="*/ 79275 w 92120"/>
                  <a:gd name="connsiteY17" fmla="*/ 185730 h 186959"/>
                  <a:gd name="connsiteX18" fmla="*/ 92121 w 92120"/>
                  <a:gd name="connsiteY18" fmla="*/ 181815 h 186959"/>
                  <a:gd name="connsiteX19" fmla="*/ 85358 w 92120"/>
                  <a:gd name="connsiteY19" fmla="*/ 158938 h 186959"/>
                  <a:gd name="connsiteX20" fmla="*/ 79016 w 92120"/>
                  <a:gd name="connsiteY20" fmla="*/ 161300 h 18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61866FCF-8370-4B12-E353-327AE33C3A2C}"/>
                  </a:ext>
                </a:extLst>
              </p:cNvPr>
              <p:cNvSpPr/>
              <p:nvPr/>
            </p:nvSpPr>
            <p:spPr>
              <a:xfrm>
                <a:off x="3891254" y="995042"/>
                <a:ext cx="97686" cy="209124"/>
              </a:xfrm>
              <a:custGeom>
                <a:avLst/>
                <a:gdLst>
                  <a:gd name="connsiteX0" fmla="*/ 74259 w 97686"/>
                  <a:gd name="connsiteY0" fmla="*/ 0 h 209124"/>
                  <a:gd name="connsiteX1" fmla="*/ 37599 w 97686"/>
                  <a:gd name="connsiteY1" fmla="*/ 12457 h 209124"/>
                  <a:gd name="connsiteX2" fmla="*/ 23815 w 97686"/>
                  <a:gd name="connsiteY2" fmla="*/ 46141 h 209124"/>
                  <a:gd name="connsiteX3" fmla="*/ 23815 w 97686"/>
                  <a:gd name="connsiteY3" fmla="*/ 67238 h 209124"/>
                  <a:gd name="connsiteX4" fmla="*/ 0 w 97686"/>
                  <a:gd name="connsiteY4" fmla="*/ 67238 h 209124"/>
                  <a:gd name="connsiteX5" fmla="*/ 0 w 97686"/>
                  <a:gd name="connsiteY5" fmla="*/ 92250 h 209124"/>
                  <a:gd name="connsiteX6" fmla="*/ 23815 w 97686"/>
                  <a:gd name="connsiteY6" fmla="*/ 92250 h 209124"/>
                  <a:gd name="connsiteX7" fmla="*/ 23815 w 97686"/>
                  <a:gd name="connsiteY7" fmla="*/ 209124 h 209124"/>
                  <a:gd name="connsiteX8" fmla="*/ 55881 w 97686"/>
                  <a:gd name="connsiteY8" fmla="*/ 209124 h 209124"/>
                  <a:gd name="connsiteX9" fmla="*/ 55881 w 97686"/>
                  <a:gd name="connsiteY9" fmla="*/ 92250 h 209124"/>
                  <a:gd name="connsiteX10" fmla="*/ 88497 w 97686"/>
                  <a:gd name="connsiteY10" fmla="*/ 92250 h 209124"/>
                  <a:gd name="connsiteX11" fmla="*/ 88497 w 97686"/>
                  <a:gd name="connsiteY11" fmla="*/ 67238 h 209124"/>
                  <a:gd name="connsiteX12" fmla="*/ 55881 w 97686"/>
                  <a:gd name="connsiteY12" fmla="*/ 67238 h 209124"/>
                  <a:gd name="connsiteX13" fmla="*/ 55881 w 97686"/>
                  <a:gd name="connsiteY13" fmla="*/ 47889 h 209124"/>
                  <a:gd name="connsiteX14" fmla="*/ 61025 w 97686"/>
                  <a:gd name="connsiteY14" fmla="*/ 31451 h 209124"/>
                  <a:gd name="connsiteX15" fmla="*/ 76460 w 97686"/>
                  <a:gd name="connsiteY15" fmla="*/ 25692 h 209124"/>
                  <a:gd name="connsiteX16" fmla="*/ 83222 w 97686"/>
                  <a:gd name="connsiteY16" fmla="*/ 26306 h 209124"/>
                  <a:gd name="connsiteX17" fmla="*/ 90244 w 97686"/>
                  <a:gd name="connsiteY17" fmla="*/ 28539 h 209124"/>
                  <a:gd name="connsiteX18" fmla="*/ 97686 w 97686"/>
                  <a:gd name="connsiteY18" fmla="*/ 3786 h 209124"/>
                  <a:gd name="connsiteX19" fmla="*/ 86587 w 97686"/>
                  <a:gd name="connsiteY19" fmla="*/ 938 h 209124"/>
                  <a:gd name="connsiteX20" fmla="*/ 74292 w 97686"/>
                  <a:gd name="connsiteY20" fmla="*/ 0 h 20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BFD45B72-7510-77D6-DBA2-89DF8587F5EF}"/>
                  </a:ext>
                </a:extLst>
              </p:cNvPr>
              <p:cNvSpPr/>
              <p:nvPr/>
            </p:nvSpPr>
            <p:spPr>
              <a:xfrm>
                <a:off x="3992629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2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8 w 145995"/>
                  <a:gd name="connsiteY15" fmla="*/ 37956 h 148682"/>
                  <a:gd name="connsiteX16" fmla="*/ 113121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222C428F-3645-FB68-D219-E4E26603E11F}"/>
                  </a:ext>
                </a:extLst>
              </p:cNvPr>
              <p:cNvSpPr/>
              <p:nvPr/>
            </p:nvSpPr>
            <p:spPr>
              <a:xfrm>
                <a:off x="4169331" y="1059820"/>
                <a:ext cx="83189" cy="144377"/>
              </a:xfrm>
              <a:custGeom>
                <a:avLst/>
                <a:gdLst>
                  <a:gd name="connsiteX0" fmla="*/ 70506 w 83189"/>
                  <a:gd name="connsiteY0" fmla="*/ 32 h 144377"/>
                  <a:gd name="connsiteX1" fmla="*/ 47500 w 83189"/>
                  <a:gd name="connsiteY1" fmla="*/ 7539 h 144377"/>
                  <a:gd name="connsiteX2" fmla="*/ 32875 w 83189"/>
                  <a:gd name="connsiteY2" fmla="*/ 29801 h 144377"/>
                  <a:gd name="connsiteX3" fmla="*/ 32325 w 83189"/>
                  <a:gd name="connsiteY3" fmla="*/ 29801 h 144377"/>
                  <a:gd name="connsiteX4" fmla="*/ 32325 w 83189"/>
                  <a:gd name="connsiteY4" fmla="*/ 2459 h 144377"/>
                  <a:gd name="connsiteX5" fmla="*/ 0 w 83189"/>
                  <a:gd name="connsiteY5" fmla="*/ 2459 h 144377"/>
                  <a:gd name="connsiteX6" fmla="*/ 0 w 83189"/>
                  <a:gd name="connsiteY6" fmla="*/ 144377 h 144377"/>
                  <a:gd name="connsiteX7" fmla="*/ 32325 w 83189"/>
                  <a:gd name="connsiteY7" fmla="*/ 144377 h 144377"/>
                  <a:gd name="connsiteX8" fmla="*/ 32325 w 83189"/>
                  <a:gd name="connsiteY8" fmla="*/ 74292 h 144377"/>
                  <a:gd name="connsiteX9" fmla="*/ 41579 w 83189"/>
                  <a:gd name="connsiteY9" fmla="*/ 40802 h 144377"/>
                  <a:gd name="connsiteX10" fmla="*/ 67756 w 83189"/>
                  <a:gd name="connsiteY10" fmla="*/ 28021 h 144377"/>
                  <a:gd name="connsiteX11" fmla="*/ 73709 w 83189"/>
                  <a:gd name="connsiteY11" fmla="*/ 28442 h 144377"/>
                  <a:gd name="connsiteX12" fmla="*/ 78984 w 83189"/>
                  <a:gd name="connsiteY12" fmla="*/ 29510 h 144377"/>
                  <a:gd name="connsiteX13" fmla="*/ 83190 w 83189"/>
                  <a:gd name="connsiteY13" fmla="*/ 1650 h 144377"/>
                  <a:gd name="connsiteX14" fmla="*/ 77236 w 83189"/>
                  <a:gd name="connsiteY14" fmla="*/ 421 h 144377"/>
                  <a:gd name="connsiteX15" fmla="*/ 70474 w 83189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60340B40-48AF-21B7-FA23-D43A9D083346}"/>
                  </a:ext>
                </a:extLst>
              </p:cNvPr>
              <p:cNvSpPr/>
              <p:nvPr/>
            </p:nvSpPr>
            <p:spPr>
              <a:xfrm>
                <a:off x="4273165" y="1058882"/>
                <a:ext cx="212392" cy="145283"/>
              </a:xfrm>
              <a:custGeom>
                <a:avLst/>
                <a:gdLst>
                  <a:gd name="connsiteX0" fmla="*/ 200711 w 212392"/>
                  <a:gd name="connsiteY0" fmla="*/ 14367 h 145283"/>
                  <a:gd name="connsiteX1" fmla="*/ 165733 w 212392"/>
                  <a:gd name="connsiteY1" fmla="*/ 32 h 145283"/>
                  <a:gd name="connsiteX2" fmla="*/ 138197 w 212392"/>
                  <a:gd name="connsiteY2" fmla="*/ 6989 h 145283"/>
                  <a:gd name="connsiteX3" fmla="*/ 118395 w 212392"/>
                  <a:gd name="connsiteY3" fmla="*/ 28021 h 145283"/>
                  <a:gd name="connsiteX4" fmla="*/ 103025 w 212392"/>
                  <a:gd name="connsiteY4" fmla="*/ 7377 h 145283"/>
                  <a:gd name="connsiteX5" fmla="*/ 77787 w 212392"/>
                  <a:gd name="connsiteY5" fmla="*/ 0 h 145283"/>
                  <a:gd name="connsiteX6" fmla="*/ 51610 w 212392"/>
                  <a:gd name="connsiteY6" fmla="*/ 6763 h 145283"/>
                  <a:gd name="connsiteX7" fmla="*/ 32875 w 212392"/>
                  <a:gd name="connsiteY7" fmla="*/ 25692 h 145283"/>
                  <a:gd name="connsiteX8" fmla="*/ 32325 w 212392"/>
                  <a:gd name="connsiteY8" fmla="*/ 25692 h 145283"/>
                  <a:gd name="connsiteX9" fmla="*/ 32325 w 212392"/>
                  <a:gd name="connsiteY9" fmla="*/ 3365 h 145283"/>
                  <a:gd name="connsiteX10" fmla="*/ 0 w 212392"/>
                  <a:gd name="connsiteY10" fmla="*/ 3365 h 145283"/>
                  <a:gd name="connsiteX11" fmla="*/ 0 w 212392"/>
                  <a:gd name="connsiteY11" fmla="*/ 145283 h 145283"/>
                  <a:gd name="connsiteX12" fmla="*/ 32325 w 212392"/>
                  <a:gd name="connsiteY12" fmla="*/ 145283 h 145283"/>
                  <a:gd name="connsiteX13" fmla="*/ 32325 w 212392"/>
                  <a:gd name="connsiteY13" fmla="*/ 65329 h 145283"/>
                  <a:gd name="connsiteX14" fmla="*/ 40641 w 212392"/>
                  <a:gd name="connsiteY14" fmla="*/ 36434 h 145283"/>
                  <a:gd name="connsiteX15" fmla="*/ 62352 w 212392"/>
                  <a:gd name="connsiteY15" fmla="*/ 25530 h 145283"/>
                  <a:gd name="connsiteX16" fmla="*/ 83125 w 212392"/>
                  <a:gd name="connsiteY16" fmla="*/ 34654 h 145283"/>
                  <a:gd name="connsiteX17" fmla="*/ 90082 w 212392"/>
                  <a:gd name="connsiteY17" fmla="*/ 62061 h 145283"/>
                  <a:gd name="connsiteX18" fmla="*/ 90082 w 212392"/>
                  <a:gd name="connsiteY18" fmla="*/ 145251 h 145283"/>
                  <a:gd name="connsiteX19" fmla="*/ 122278 w 212392"/>
                  <a:gd name="connsiteY19" fmla="*/ 145251 h 145283"/>
                  <a:gd name="connsiteX20" fmla="*/ 122278 w 212392"/>
                  <a:gd name="connsiteY20" fmla="*/ 65038 h 145283"/>
                  <a:gd name="connsiteX21" fmla="*/ 130949 w 212392"/>
                  <a:gd name="connsiteY21" fmla="*/ 36952 h 145283"/>
                  <a:gd name="connsiteX22" fmla="*/ 152467 w 212392"/>
                  <a:gd name="connsiteY22" fmla="*/ 25530 h 145283"/>
                  <a:gd name="connsiteX23" fmla="*/ 173628 w 212392"/>
                  <a:gd name="connsiteY23" fmla="*/ 34719 h 145283"/>
                  <a:gd name="connsiteX24" fmla="*/ 180197 w 212392"/>
                  <a:gd name="connsiteY24" fmla="*/ 63938 h 145283"/>
                  <a:gd name="connsiteX25" fmla="*/ 180197 w 212392"/>
                  <a:gd name="connsiteY25" fmla="*/ 145251 h 145283"/>
                  <a:gd name="connsiteX26" fmla="*/ 212392 w 212392"/>
                  <a:gd name="connsiteY26" fmla="*/ 145251 h 145283"/>
                  <a:gd name="connsiteX27" fmla="*/ 212392 w 212392"/>
                  <a:gd name="connsiteY27" fmla="*/ 57304 h 145283"/>
                  <a:gd name="connsiteX28" fmla="*/ 200679 w 212392"/>
                  <a:gd name="connsiteY28" fmla="*/ 14302 h 145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3" name="Gráfico 13">
            <a:extLst>
              <a:ext uri="{FF2B5EF4-FFF2-40B4-BE49-F238E27FC236}">
                <a16:creationId xmlns:a16="http://schemas.microsoft.com/office/drawing/2014/main" id="{B16D684E-0B9B-1976-ACA2-268E4314DBC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8A000783-6196-D386-8CEE-333A4BDF11D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072AC027-6C70-FDC6-B38D-6D1CA5B78298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96456D7F-F42D-C258-1BF0-D537E58EAA18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37516EEC-FDD6-3200-4799-681EA40D1CA0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61BEF681-F171-2D18-9FE2-CCFA2403378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BF7B0AA6-EE41-4E2D-14E9-338869339EA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2F3BDB13-C059-589B-5B43-CFD89DD34AA9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18309941-8703-C687-7ED7-4766439D0378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EC75AB01-A338-C163-C802-5C4F48E7C375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30F08506-3666-EEE9-17B2-803D5E17DA49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E4E6C074-9BF7-4F6B-DA08-40477A19B843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01" name="Gráfico 309">
              <a:extLst>
                <a:ext uri="{FF2B5EF4-FFF2-40B4-BE49-F238E27FC236}">
                  <a16:creationId xmlns:a16="http://schemas.microsoft.com/office/drawing/2014/main" id="{D5C9FB12-B940-ED63-89F5-16B6725E5A36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EB5AE83F-6D1F-4C7C-F520-E7725894F844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63E2C090-0645-F9B8-8081-50671BE3CAF8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A801266B-9ADD-9530-DE5F-B222994A19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23A56A73-E241-18D3-7FF8-12B3C3A230EE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DDC9A9FC-60F4-F199-222B-D62062D39FB2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02" name="Gráfico 309">
              <a:extLst>
                <a:ext uri="{FF2B5EF4-FFF2-40B4-BE49-F238E27FC236}">
                  <a16:creationId xmlns:a16="http://schemas.microsoft.com/office/drawing/2014/main" id="{D8AA0494-6DE2-D95A-011A-4FCF499F5470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8E2C23F-F3D0-3D61-64AA-11D7330BD59A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E029163F-AB4B-B7D8-F144-DA621C125A33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D293275C-6D10-625B-7A4D-357DD397E5F8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531452D8-31A3-3B99-81EB-F719BA6FDB89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C9C07B41-D581-4D09-61D8-33E78B721B74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37" name="Gráfico 309">
            <a:extLst>
              <a:ext uri="{FF2B5EF4-FFF2-40B4-BE49-F238E27FC236}">
                <a16:creationId xmlns:a16="http://schemas.microsoft.com/office/drawing/2014/main" id="{B44D674D-E997-1E66-14C9-7D7183CA1FF8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D51C34C8-B08F-8069-3326-4A7CC617E61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2F1D002F-1EB1-8726-BCBA-5ABE4A14B176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61F753CE-BA4B-18CB-8A5A-D5EFE813ABD4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40E1BB2F-29B5-331F-0B89-D8A045672A24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A2A9BFE4-FAC5-CC53-3081-059D1CF1285A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144" name="Título 1">
            <a:extLst>
              <a:ext uri="{FF2B5EF4-FFF2-40B4-BE49-F238E27FC236}">
                <a16:creationId xmlns:a16="http://schemas.microsoft.com/office/drawing/2014/main" id="{B8F89F27-8EC2-E217-3473-E36775C29C2C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_POWER</a:t>
            </a:r>
          </a:p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PLATFORM</a:t>
            </a:r>
          </a:p>
        </p:txBody>
      </p: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88E72EFE-E0A4-CA9B-DA6A-6A4307848230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255">
              <a:alpha val="25000"/>
            </a:srgbClr>
          </a:solidFill>
        </p:grpSpPr>
        <p:sp>
          <p:nvSpPr>
            <p:cNvPr id="147" name="Retângulo 146">
              <a:extLst>
                <a:ext uri="{FF2B5EF4-FFF2-40B4-BE49-F238E27FC236}">
                  <a16:creationId xmlns:a16="http://schemas.microsoft.com/office/drawing/2014/main" id="{4C96D6E2-3D3B-3F48-4002-2C39835B19D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8" name="Retângulo 147">
              <a:extLst>
                <a:ext uri="{FF2B5EF4-FFF2-40B4-BE49-F238E27FC236}">
                  <a16:creationId xmlns:a16="http://schemas.microsoft.com/office/drawing/2014/main" id="{E56FFD15-F45D-FFEE-2431-21DC2C2A4DD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9" name="Google Shape;642;p44">
            <a:extLst>
              <a:ext uri="{FF2B5EF4-FFF2-40B4-BE49-F238E27FC236}">
                <a16:creationId xmlns:a16="http://schemas.microsoft.com/office/drawing/2014/main" id="{0AB065C6-2305-6A4A-68E8-E1A3389B0EAF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56" name="Gráfico 283">
            <a:extLst>
              <a:ext uri="{FF2B5EF4-FFF2-40B4-BE49-F238E27FC236}">
                <a16:creationId xmlns:a16="http://schemas.microsoft.com/office/drawing/2014/main" id="{CFE0EB92-DB08-3C09-100C-2EDEBBB12A7F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10000"/>
            </a:srgbClr>
          </a:solidFill>
        </p:grpSpPr>
        <p:sp>
          <p:nvSpPr>
            <p:cNvPr id="157" name="Forma Livre: Forma 156">
              <a:extLst>
                <a:ext uri="{FF2B5EF4-FFF2-40B4-BE49-F238E27FC236}">
                  <a16:creationId xmlns:a16="http://schemas.microsoft.com/office/drawing/2014/main" id="{6A3F2E85-1E96-BA05-1D04-605391CADF30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8" name="Forma Livre: Forma 157">
              <a:extLst>
                <a:ext uri="{FF2B5EF4-FFF2-40B4-BE49-F238E27FC236}">
                  <a16:creationId xmlns:a16="http://schemas.microsoft.com/office/drawing/2014/main" id="{CA5BB31C-33B2-50AF-C0A0-9D1993F46D73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9" name="Forma Livre: Forma 158">
              <a:extLst>
                <a:ext uri="{FF2B5EF4-FFF2-40B4-BE49-F238E27FC236}">
                  <a16:creationId xmlns:a16="http://schemas.microsoft.com/office/drawing/2014/main" id="{7F4E194A-8AA9-1872-3C3E-AA24275431C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0" name="Forma Livre: Forma 159">
              <a:extLst>
                <a:ext uri="{FF2B5EF4-FFF2-40B4-BE49-F238E27FC236}">
                  <a16:creationId xmlns:a16="http://schemas.microsoft.com/office/drawing/2014/main" id="{38442BB5-D301-E5B9-C353-1D8D0508F56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1" name="Forma Livre: Forma 160">
              <a:extLst>
                <a:ext uri="{FF2B5EF4-FFF2-40B4-BE49-F238E27FC236}">
                  <a16:creationId xmlns:a16="http://schemas.microsoft.com/office/drawing/2014/main" id="{C91C59AE-90BE-13DD-1EDB-BB3A0B4F9F31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2" name="Forma Livre: Forma 161">
              <a:extLst>
                <a:ext uri="{FF2B5EF4-FFF2-40B4-BE49-F238E27FC236}">
                  <a16:creationId xmlns:a16="http://schemas.microsoft.com/office/drawing/2014/main" id="{A0DD34FB-BDE7-98F0-3657-746106194E8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01879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rog 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372601" cy="2436338"/>
            <a:chOff x="4352714" y="2170117"/>
            <a:chExt cx="3952217" cy="1306043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6428"/>
              <a:ext cx="36106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  <a:b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A9A39E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4262118" y="5098185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C942FD4B-C571-C6E9-78C9-E4F7641778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3289" y="4061973"/>
            <a:ext cx="1628492" cy="1105048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79DCE664-695A-22A5-5637-3DF7D488D1A2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632CE5BE-028E-484E-5474-761D3976234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DFE63698-5709-AC24-F181-9FED5B2FC8CD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4AB3400C-4A24-827A-8F10-51111D8A33ED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E46BD4DB-37E8-4AC2-16DC-4213C2653492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8C3D0F9-3050-8DE5-F20F-108D82D3DE3E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0417160-C0D2-3017-817A-64345B22CE86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52CE2476-CCC8-70D5-475A-1B41601009AF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6BCF83A9-CC46-94E9-40D5-D642AAA0F1A6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C858FFC9-15F9-F686-4312-A7C5BBB5E6CF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40519C62-D89D-F4B0-142B-03530B932647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D4F572DD-79EE-D0F1-6FA7-950B04493C05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6261C881-2410-0F4F-5B5D-2B386E19D4D4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00F30860-FAEA-4637-1548-7AEB4C37C500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D5C7F2F-164E-D121-8087-7AB7D441452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12A1734A-D6F0-040C-66A8-DA750ACAEABC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7F8E4A11-C6D5-D1E3-0D97-6D4A62A2B76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411254F3-E867-0B0E-27A9-7F4DEF4091F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59030135-FD8D-2A13-9480-2C38A797050A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03E0DC9-1349-43EB-0444-DF3D7A19AFC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9C3C1378-231A-A56D-66D4-DC1C3110DD69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378D8B96-69C4-C03D-5825-EEAEC1EE329B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19FFE461-AEBF-CA37-843C-F09648A08DDF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B67E94C9-7C50-0ADE-98A7-E7A6F94C2200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8D93D1B-2FD2-6529-91C7-D614AE6C3829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D497FA7A-DEA5-B1A0-49AE-E980604005F5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EDD0BA0D-D15F-5515-8B4C-7BE99D06809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3F0002E6-E044-8101-8EB7-DA366DC961A9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88157776-4431-F080-6A94-D28AA572DD2D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8D931AC8-D5F8-473D-9262-48E77EB0A232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CCBF9537-61C8-993B-FBB9-3394B280847E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C8F5905C-8620-0C26-76F3-3CA84A475374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EB210D51-2AD3-3E48-EB6B-1470EA403A64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D974CA50-E7FF-FCA6-AD89-A95C401DA9E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3182793F-92DF-5278-9CD1-795C32E4905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6F91F219-94A6-B7D9-8325-4AB4A928FCD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8322B1C8-2AF8-84A1-4A35-2C822A853CA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B4CEC9F8-F7DC-BABE-CAC2-D43F2EEC191A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3" name="Gráfico 4">
              <a:extLst>
                <a:ext uri="{FF2B5EF4-FFF2-40B4-BE49-F238E27FC236}">
                  <a16:creationId xmlns:a16="http://schemas.microsoft.com/office/drawing/2014/main" id="{82C8A590-E3F4-8613-57F0-44206D1B1E04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E5B24A3B-F34A-627F-DEB5-F9878F782B5D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D28BF84-BCED-C189-05EC-BCB487B6C7A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F9AD3885-95DB-96CF-CB01-CE73A50328B7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4365733-4250-5669-769A-7CBCF68A825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24C69FD-96AD-2ED3-04B7-8C4DBA91BB44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370" y="612495"/>
            <a:ext cx="2144626" cy="56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72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rog_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rma Livre: Forma 99">
            <a:extLst>
              <a:ext uri="{FF2B5EF4-FFF2-40B4-BE49-F238E27FC236}">
                <a16:creationId xmlns:a16="http://schemas.microsoft.com/office/drawing/2014/main" id="{5DEAD889-78E7-8BB6-EE03-F2AA743DC29B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0684" y="1470509"/>
            <a:ext cx="2144626" cy="562906"/>
          </a:xfrm>
          <a:prstGeom prst="rect">
            <a:avLst/>
          </a:prstGeom>
        </p:spPr>
      </p:pic>
      <p:grpSp>
        <p:nvGrpSpPr>
          <p:cNvPr id="101" name="Gráfico 13">
            <a:extLst>
              <a:ext uri="{FF2B5EF4-FFF2-40B4-BE49-F238E27FC236}">
                <a16:creationId xmlns:a16="http://schemas.microsoft.com/office/drawing/2014/main" id="{EE47C006-30E0-42FC-3947-A4A3DC34E1F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4BE0D23A-054F-69A7-656E-74B33F2E085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3" name="Forma Livre: Forma 102">
              <a:extLst>
                <a:ext uri="{FF2B5EF4-FFF2-40B4-BE49-F238E27FC236}">
                  <a16:creationId xmlns:a16="http://schemas.microsoft.com/office/drawing/2014/main" id="{C75AF9DF-FF3B-F800-A4F4-1CA491B932AB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27ABDE28-1775-521E-3F9F-CA008B0278A0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533F92EE-4F17-826B-72ED-E1D63693F5C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39E1A97A-A6D6-AFF9-354C-280AF7F13AC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F42DF936-57B7-336B-F0DD-968D95ED0B4B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6A9FD7FE-3B9F-5826-82DE-BA25AAAFA6AE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6B2326AE-EBAA-741E-151A-C63D07E14FD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BE6D6BE5-E21A-772A-E58B-A38944DCDFF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151FEF70-A05D-87E9-E711-306E20E8359C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16D8A84E-DB94-3795-1895-056EE9D6AEC4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13" name="Gráfico 309">
              <a:extLst>
                <a:ext uri="{FF2B5EF4-FFF2-40B4-BE49-F238E27FC236}">
                  <a16:creationId xmlns:a16="http://schemas.microsoft.com/office/drawing/2014/main" id="{E612198A-684B-8B8F-317F-B78627E50C2C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350DCF84-FAAA-D979-C02F-EA6963C94B70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3D049388-826E-9FDA-945B-AC973DDA5E5B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3248D0E-4003-A919-A1A2-19ABF194561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38508143-8EF8-8782-1AB2-D8B1732573EC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8F89DBAC-C5C7-3226-E4A0-A3E3AEAB832E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14" name="Gráfico 309">
              <a:extLst>
                <a:ext uri="{FF2B5EF4-FFF2-40B4-BE49-F238E27FC236}">
                  <a16:creationId xmlns:a16="http://schemas.microsoft.com/office/drawing/2014/main" id="{D656725A-4DA3-B130-71B0-7057C2576356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25772F53-D4E9-7629-3B9F-7E503C8E2EB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5514C61A-EE3D-0692-9FEA-4D70E4330912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A4DAE635-EFFD-469A-8D5E-D47209090D71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71E1C147-CC0B-89F0-E370-C12ADF28DAB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DF7F154-9181-2421-E290-F7CB3706D0C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25" name="Gráfico 309">
            <a:extLst>
              <a:ext uri="{FF2B5EF4-FFF2-40B4-BE49-F238E27FC236}">
                <a16:creationId xmlns:a16="http://schemas.microsoft.com/office/drawing/2014/main" id="{1C92D63B-72A9-8C7F-536B-7DD68EFF0E12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26" name="Forma Livre: Forma 125">
              <a:extLst>
                <a:ext uri="{FF2B5EF4-FFF2-40B4-BE49-F238E27FC236}">
                  <a16:creationId xmlns:a16="http://schemas.microsoft.com/office/drawing/2014/main" id="{2EA4ABF5-D568-7E04-728C-C027C4F063C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B4033CAC-B5B6-3B2E-907A-F8DEC1E485D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C10A93EF-EDF0-2744-962E-917765EC490E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25BF9899-381A-766D-C5B6-9A7F4BC94A56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A242AB7A-1068-3EFA-F57A-9AF1B02609B7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123E5CB3-A662-3FAA-01E3-803492AA0056}"/>
              </a:ext>
            </a:extLst>
          </p:cNvPr>
          <p:cNvGrpSpPr/>
          <p:nvPr userDrawn="1"/>
        </p:nvGrpSpPr>
        <p:grpSpPr>
          <a:xfrm>
            <a:off x="400929" y="198288"/>
            <a:ext cx="4068393" cy="1625151"/>
            <a:chOff x="400929" y="5249389"/>
            <a:chExt cx="4068393" cy="1625151"/>
          </a:xfrm>
        </p:grpSpPr>
        <p:sp>
          <p:nvSpPr>
            <p:cNvPr id="132" name="Título 1">
              <a:extLst>
                <a:ext uri="{FF2B5EF4-FFF2-40B4-BE49-F238E27FC236}">
                  <a16:creationId xmlns:a16="http://schemas.microsoft.com/office/drawing/2014/main" id="{DD66B310-CB58-08D8-02D8-D12BEF60AC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grpSp>
          <p:nvGrpSpPr>
            <p:cNvPr id="133" name="Agrupar 132">
              <a:extLst>
                <a:ext uri="{FF2B5EF4-FFF2-40B4-BE49-F238E27FC236}">
                  <a16:creationId xmlns:a16="http://schemas.microsoft.com/office/drawing/2014/main" id="{3B789DFF-4B3F-EF9A-36DC-2A220A04754A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34" name="Retângulo 133">
                <a:extLst>
                  <a:ext uri="{FF2B5EF4-FFF2-40B4-BE49-F238E27FC236}">
                    <a16:creationId xmlns:a16="http://schemas.microsoft.com/office/drawing/2014/main" id="{C45E2768-014C-E365-83FC-0639BB230D9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CA2247DE-16EA-7FE0-95D9-E783F7B2BE68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36" name="Google Shape;642;p44">
            <a:extLst>
              <a:ext uri="{FF2B5EF4-FFF2-40B4-BE49-F238E27FC236}">
                <a16:creationId xmlns:a16="http://schemas.microsoft.com/office/drawing/2014/main" id="{F68D9D20-A158-FC5C-35E5-B73A4D830D08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37" name="Gráfico 283">
            <a:extLst>
              <a:ext uri="{FF2B5EF4-FFF2-40B4-BE49-F238E27FC236}">
                <a16:creationId xmlns:a16="http://schemas.microsoft.com/office/drawing/2014/main" id="{8F7A6BD3-A129-DB6C-C409-2CCB55BB6857}"/>
              </a:ext>
            </a:extLst>
          </p:cNvPr>
          <p:cNvGrpSpPr/>
          <p:nvPr userDrawn="1"/>
        </p:nvGrpSpPr>
        <p:grpSpPr>
          <a:xfrm>
            <a:off x="832800" y="2888694"/>
            <a:ext cx="3674212" cy="3108949"/>
            <a:chOff x="689309" y="0"/>
            <a:chExt cx="3674212" cy="3108949"/>
          </a:xfrm>
          <a:solidFill>
            <a:srgbClr val="292454">
              <a:alpha val="36000"/>
            </a:srgbClr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A619DA25-82E4-B5B0-2F4C-A7DC41C14B36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FD0F0AEB-68A0-DAE1-7DE1-424FE17605A6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AA1C3DF8-910F-7885-7DC1-4F979BD520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E864900C-2376-5AE8-FC51-0815EEF096A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3D293D9B-6C86-01E2-DD65-46101CAACB04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3" name="Forma Livre: Forma 142">
              <a:extLst>
                <a:ext uri="{FF2B5EF4-FFF2-40B4-BE49-F238E27FC236}">
                  <a16:creationId xmlns:a16="http://schemas.microsoft.com/office/drawing/2014/main" id="{E45F881A-D49E-F0EE-CAB1-7BDB88AAA854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96482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81336"/>
            <a:ext cx="5712529" cy="2424681"/>
            <a:chOff x="4352714" y="2170117"/>
            <a:chExt cx="3062305" cy="1299794"/>
          </a:xfrm>
          <a:solidFill>
            <a:srgbClr val="DFDCD8"/>
          </a:solidFill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179"/>
              <a:ext cx="2720751" cy="82973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_AWS</a:t>
              </a:r>
              <a:b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 err="1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re</a:t>
              </a:r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/Start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292454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927582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4235472" y="5098185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79557DF8-29D2-FE21-9A29-C9FDF85905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829" y="3871021"/>
            <a:ext cx="1458857" cy="154781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CFDB4886-011D-BFC0-4B4F-5F4A389A2E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94" y="948274"/>
            <a:ext cx="1036698" cy="617307"/>
          </a:xfrm>
          <a:prstGeom prst="rect">
            <a:avLst/>
          </a:prstGeom>
        </p:spPr>
      </p:pic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82D98A80-ECAF-EC70-A66A-0C94A784F451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112" name="Gráfico 4">
              <a:extLst>
                <a:ext uri="{FF2B5EF4-FFF2-40B4-BE49-F238E27FC236}">
                  <a16:creationId xmlns:a16="http://schemas.microsoft.com/office/drawing/2014/main" id="{40E20615-586C-04B3-AA06-D4F6D45A4D3C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143" name="Gráfico 4">
                <a:extLst>
                  <a:ext uri="{FF2B5EF4-FFF2-40B4-BE49-F238E27FC236}">
                    <a16:creationId xmlns:a16="http://schemas.microsoft.com/office/drawing/2014/main" id="{A7F7CBD9-AF05-6043-AE0A-8056B42E437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150" name="Forma Livre: Forma 149">
                  <a:extLst>
                    <a:ext uri="{FF2B5EF4-FFF2-40B4-BE49-F238E27FC236}">
                      <a16:creationId xmlns:a16="http://schemas.microsoft.com/office/drawing/2014/main" id="{B4E03183-3130-9C32-B872-5963AC86BEE9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1" name="Forma Livre: Forma 150">
                  <a:extLst>
                    <a:ext uri="{FF2B5EF4-FFF2-40B4-BE49-F238E27FC236}">
                      <a16:creationId xmlns:a16="http://schemas.microsoft.com/office/drawing/2014/main" id="{6743B95F-7A57-777C-BABE-3B0A96C766B8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2" name="Forma Livre: Forma 151">
                  <a:extLst>
                    <a:ext uri="{FF2B5EF4-FFF2-40B4-BE49-F238E27FC236}">
                      <a16:creationId xmlns:a16="http://schemas.microsoft.com/office/drawing/2014/main" id="{06C0ABA8-8592-88EC-7CAE-0956BC9408F8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3" name="Forma Livre: Forma 152">
                  <a:extLst>
                    <a:ext uri="{FF2B5EF4-FFF2-40B4-BE49-F238E27FC236}">
                      <a16:creationId xmlns:a16="http://schemas.microsoft.com/office/drawing/2014/main" id="{369EAAEB-00DF-ED67-51DB-C349585C14DA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4" name="Forma Livre: Forma 153">
                  <a:extLst>
                    <a:ext uri="{FF2B5EF4-FFF2-40B4-BE49-F238E27FC236}">
                      <a16:creationId xmlns:a16="http://schemas.microsoft.com/office/drawing/2014/main" id="{CE2CFA15-4B8D-8ED5-C90E-67D5AEAE2C4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44" name="Gráfico 4">
                <a:extLst>
                  <a:ext uri="{FF2B5EF4-FFF2-40B4-BE49-F238E27FC236}">
                    <a16:creationId xmlns:a16="http://schemas.microsoft.com/office/drawing/2014/main" id="{D01817D1-1D5C-FEEB-7CB8-62C445177BAF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145" name="Forma Livre: Forma 144">
                  <a:extLst>
                    <a:ext uri="{FF2B5EF4-FFF2-40B4-BE49-F238E27FC236}">
                      <a16:creationId xmlns:a16="http://schemas.microsoft.com/office/drawing/2014/main" id="{18975113-E889-0629-0AAD-4E2EA4185BAA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6" name="Forma Livre: Forma 145">
                  <a:extLst>
                    <a:ext uri="{FF2B5EF4-FFF2-40B4-BE49-F238E27FC236}">
                      <a16:creationId xmlns:a16="http://schemas.microsoft.com/office/drawing/2014/main" id="{3BCA9861-016A-9C6F-210E-BE7DDC68FA1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7" name="Forma Livre: Forma 146">
                  <a:extLst>
                    <a:ext uri="{FF2B5EF4-FFF2-40B4-BE49-F238E27FC236}">
                      <a16:creationId xmlns:a16="http://schemas.microsoft.com/office/drawing/2014/main" id="{760189BA-4D03-A640-05D5-B1C6F43EAEBB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8" name="Forma Livre: Forma 147">
                  <a:extLst>
                    <a:ext uri="{FF2B5EF4-FFF2-40B4-BE49-F238E27FC236}">
                      <a16:creationId xmlns:a16="http://schemas.microsoft.com/office/drawing/2014/main" id="{5A53B3B2-810B-5C74-14FC-C25345E52CC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9" name="Forma Livre: Forma 148">
                  <a:extLst>
                    <a:ext uri="{FF2B5EF4-FFF2-40B4-BE49-F238E27FC236}">
                      <a16:creationId xmlns:a16="http://schemas.microsoft.com/office/drawing/2014/main" id="{AE7B9A7D-3AAE-2B45-09C5-12B443A7DDA2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3" name="Gráfico 4">
              <a:extLst>
                <a:ext uri="{FF2B5EF4-FFF2-40B4-BE49-F238E27FC236}">
                  <a16:creationId xmlns:a16="http://schemas.microsoft.com/office/drawing/2014/main" id="{21906D0F-B935-A401-CA2E-6A681F98B29A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1B240768-C2BA-91BC-DDCC-73DF31C110B3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7E6C734A-5017-0806-58EE-931E96C36CB2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005A5BA-2481-58F7-3350-FBBDBDEA966A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A18BA840-4228-21D3-42CD-DC012CF47FD8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105A1190-AB7A-5455-0520-DC1FE5CCC289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858B3406-81DE-F8FD-CF03-A50DE7CF359D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6" name="Forma Livre: Forma 125">
                <a:extLst>
                  <a:ext uri="{FF2B5EF4-FFF2-40B4-BE49-F238E27FC236}">
                    <a16:creationId xmlns:a16="http://schemas.microsoft.com/office/drawing/2014/main" id="{8CF2D925-8511-92F1-7DF7-5EFFA12D4E1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7" name="Forma Livre: Forma 126">
                <a:extLst>
                  <a:ext uri="{FF2B5EF4-FFF2-40B4-BE49-F238E27FC236}">
                    <a16:creationId xmlns:a16="http://schemas.microsoft.com/office/drawing/2014/main" id="{F516B0BE-214B-9FE7-6EF8-D711ED019279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92BC316F-EF77-3169-911C-C3A6BF19395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6C5986ED-6818-DBD2-56A8-10040400166F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379CBB82-1727-724C-0D14-921E1AC31BBF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D8BC9BDE-4C6F-FAE1-913C-CC14CA9F4DD2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83A0AC6D-21FD-DD08-9820-B6E1915F002B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46EDF9EE-AF77-46DE-8DD6-99BC76FA7DBC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32E2E367-9DD3-99EA-461E-26416AAEE84E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F749B357-771E-FB06-CED1-59269DF007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A462D66B-0622-9041-82D1-15510BB4D3E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7" name="Forma Livre: Forma 136">
                <a:extLst>
                  <a:ext uri="{FF2B5EF4-FFF2-40B4-BE49-F238E27FC236}">
                    <a16:creationId xmlns:a16="http://schemas.microsoft.com/office/drawing/2014/main" id="{9CCF2755-5A35-3029-9415-1490F87E8088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8" name="Forma Livre: Forma 137">
                <a:extLst>
                  <a:ext uri="{FF2B5EF4-FFF2-40B4-BE49-F238E27FC236}">
                    <a16:creationId xmlns:a16="http://schemas.microsoft.com/office/drawing/2014/main" id="{963E7C17-17B8-B31B-6FF3-B8233B60C95E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9" name="Forma Livre: Forma 138">
                <a:extLst>
                  <a:ext uri="{FF2B5EF4-FFF2-40B4-BE49-F238E27FC236}">
                    <a16:creationId xmlns:a16="http://schemas.microsoft.com/office/drawing/2014/main" id="{5ACA4F4B-F243-1E56-E93A-CB33EDC75F5E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FAEE1D42-9B2F-9153-5BD9-165F0F6B92E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78D704D2-0AFA-3F50-7499-03F3248E3B1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8835745F-BD49-2ED6-CAEC-55493C351606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14" name="Gráfico 4">
              <a:extLst>
                <a:ext uri="{FF2B5EF4-FFF2-40B4-BE49-F238E27FC236}">
                  <a16:creationId xmlns:a16="http://schemas.microsoft.com/office/drawing/2014/main" id="{6DEA49E5-A13D-CF4A-1571-2AA9A9F4B430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91239BC1-5BA7-04F8-2107-B816EF86798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CB81996E-077A-6D65-A2B4-66AE57B9129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5CCCAD6E-F4DE-C251-A934-956501869BF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CED56C85-70BF-A309-695C-AF89A21E7E51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E02E2FD2-65F9-9A9D-0D9E-C85DCDFBF0F3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182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72C4A4C9-CEFC-47C9-188F-1549355FCBF9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11" name="Gráfico 310">
            <a:extLst>
              <a:ext uri="{FF2B5EF4-FFF2-40B4-BE49-F238E27FC236}">
                <a16:creationId xmlns:a16="http://schemas.microsoft.com/office/drawing/2014/main" id="{6EFD9F27-1072-FDDF-F98A-CB255526F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0657" y="1393006"/>
            <a:ext cx="1036698" cy="617307"/>
          </a:xfrm>
          <a:prstGeom prst="rect">
            <a:avLst/>
          </a:prstGeom>
        </p:spPr>
      </p:pic>
      <p:grpSp>
        <p:nvGrpSpPr>
          <p:cNvPr id="256" name="Gráfico 13">
            <a:extLst>
              <a:ext uri="{FF2B5EF4-FFF2-40B4-BE49-F238E27FC236}">
                <a16:creationId xmlns:a16="http://schemas.microsoft.com/office/drawing/2014/main" id="{403C5AB9-2DEC-982C-CE13-58444A8A4AFC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noFill/>
        </p:grpSpPr>
        <p:sp>
          <p:nvSpPr>
            <p:cNvPr id="257" name="Forma Livre: Forma 256">
              <a:extLst>
                <a:ext uri="{FF2B5EF4-FFF2-40B4-BE49-F238E27FC236}">
                  <a16:creationId xmlns:a16="http://schemas.microsoft.com/office/drawing/2014/main" id="{331FD0E6-7FF1-D8F3-AB57-C52E41EAC1B2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8" name="Forma Livre: Forma 257">
              <a:extLst>
                <a:ext uri="{FF2B5EF4-FFF2-40B4-BE49-F238E27FC236}">
                  <a16:creationId xmlns:a16="http://schemas.microsoft.com/office/drawing/2014/main" id="{3B32EBC9-7482-73B1-EB7B-9DBBBE3AB973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9" name="Forma Livre: Forma 258">
              <a:extLst>
                <a:ext uri="{FF2B5EF4-FFF2-40B4-BE49-F238E27FC236}">
                  <a16:creationId xmlns:a16="http://schemas.microsoft.com/office/drawing/2014/main" id="{FB867A00-CB59-7D79-1D18-DE3A2D178FF5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0" name="Forma Livre: Forma 259">
              <a:extLst>
                <a:ext uri="{FF2B5EF4-FFF2-40B4-BE49-F238E27FC236}">
                  <a16:creationId xmlns:a16="http://schemas.microsoft.com/office/drawing/2014/main" id="{56F6FC85-D50C-B946-2B1D-93824CD820B6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1" name="Forma Livre: Forma 260">
              <a:extLst>
                <a:ext uri="{FF2B5EF4-FFF2-40B4-BE49-F238E27FC236}">
                  <a16:creationId xmlns:a16="http://schemas.microsoft.com/office/drawing/2014/main" id="{6F21BF38-4AA8-92E6-F62C-4B439B885126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2" name="Forma Livre: Forma 261">
              <a:extLst>
                <a:ext uri="{FF2B5EF4-FFF2-40B4-BE49-F238E27FC236}">
                  <a16:creationId xmlns:a16="http://schemas.microsoft.com/office/drawing/2014/main" id="{E5F71F58-3FA6-6E32-9FA0-AD4B28C0449A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3" name="Forma Livre: Forma 262">
              <a:extLst>
                <a:ext uri="{FF2B5EF4-FFF2-40B4-BE49-F238E27FC236}">
                  <a16:creationId xmlns:a16="http://schemas.microsoft.com/office/drawing/2014/main" id="{F1419459-5A8A-A28F-A672-5E7A59B1E382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4" name="Forma Livre: Forma 263">
              <a:extLst>
                <a:ext uri="{FF2B5EF4-FFF2-40B4-BE49-F238E27FC236}">
                  <a16:creationId xmlns:a16="http://schemas.microsoft.com/office/drawing/2014/main" id="{C961D7FC-B516-DE95-CF61-2AFB73ECCD2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5" name="Forma Livre: Forma 264">
              <a:extLst>
                <a:ext uri="{FF2B5EF4-FFF2-40B4-BE49-F238E27FC236}">
                  <a16:creationId xmlns:a16="http://schemas.microsoft.com/office/drawing/2014/main" id="{AB76AD26-0ABE-7FD9-1FF2-98157A9E5DA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6" name="Forma Livre: Forma 265">
              <a:extLst>
                <a:ext uri="{FF2B5EF4-FFF2-40B4-BE49-F238E27FC236}">
                  <a16:creationId xmlns:a16="http://schemas.microsoft.com/office/drawing/2014/main" id="{617B5025-D921-F09C-4C89-6679571A46C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95" name="Título 1">
            <a:extLst>
              <a:ext uri="{FF2B5EF4-FFF2-40B4-BE49-F238E27FC236}">
                <a16:creationId xmlns:a16="http://schemas.microsoft.com/office/drawing/2014/main" id="{653198E5-97A3-38D8-F6C8-6A2E0A9B9DF0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__AWS</a:t>
            </a:r>
            <a:b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</a:br>
            <a:r>
              <a:rPr lang="pt-BR" sz="2100" err="1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re</a:t>
            </a:r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/Start</a:t>
            </a:r>
          </a:p>
        </p:txBody>
      </p:sp>
      <p:sp>
        <p:nvSpPr>
          <p:cNvPr id="299" name="Google Shape;642;p44">
            <a:extLst>
              <a:ext uri="{FF2B5EF4-FFF2-40B4-BE49-F238E27FC236}">
                <a16:creationId xmlns:a16="http://schemas.microsoft.com/office/drawing/2014/main" id="{05581479-8CC0-9547-F871-65275A29B5D2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292454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300" name="Gráfico 283">
            <a:extLst>
              <a:ext uri="{FF2B5EF4-FFF2-40B4-BE49-F238E27FC236}">
                <a16:creationId xmlns:a16="http://schemas.microsoft.com/office/drawing/2014/main" id="{49A2DADB-50DB-3EA1-AA73-5B01084B54C4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9000"/>
            </a:srgbClr>
          </a:solidFill>
        </p:grpSpPr>
        <p:sp>
          <p:nvSpPr>
            <p:cNvPr id="301" name="Forma Livre: Forma 300">
              <a:extLst>
                <a:ext uri="{FF2B5EF4-FFF2-40B4-BE49-F238E27FC236}">
                  <a16:creationId xmlns:a16="http://schemas.microsoft.com/office/drawing/2014/main" id="{42CA01BE-82F2-3BAB-7A00-AF6800D1435B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2" name="Forma Livre: Forma 301">
              <a:extLst>
                <a:ext uri="{FF2B5EF4-FFF2-40B4-BE49-F238E27FC236}">
                  <a16:creationId xmlns:a16="http://schemas.microsoft.com/office/drawing/2014/main" id="{930D046D-649D-6AC8-3C0F-6A3AADA7DDB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3" name="Forma Livre: Forma 302">
              <a:extLst>
                <a:ext uri="{FF2B5EF4-FFF2-40B4-BE49-F238E27FC236}">
                  <a16:creationId xmlns:a16="http://schemas.microsoft.com/office/drawing/2014/main" id="{2DB60B32-AD36-5052-5482-D88B62E12315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4" name="Forma Livre: Forma 303">
              <a:extLst>
                <a:ext uri="{FF2B5EF4-FFF2-40B4-BE49-F238E27FC236}">
                  <a16:creationId xmlns:a16="http://schemas.microsoft.com/office/drawing/2014/main" id="{897E5DCB-0CA5-0C59-B555-B98250D5DD47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5" name="Forma Livre: Forma 304">
              <a:extLst>
                <a:ext uri="{FF2B5EF4-FFF2-40B4-BE49-F238E27FC236}">
                  <a16:creationId xmlns:a16="http://schemas.microsoft.com/office/drawing/2014/main" id="{4F0BFF48-F0A5-8C37-EC23-7E710463F77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6" name="Forma Livre: Forma 305">
              <a:extLst>
                <a:ext uri="{FF2B5EF4-FFF2-40B4-BE49-F238E27FC236}">
                  <a16:creationId xmlns:a16="http://schemas.microsoft.com/office/drawing/2014/main" id="{F951D3CB-5C96-65D1-2413-E44F3820EF08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4742B326-9667-AFD0-3B78-73B1FE54A436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454">
              <a:alpha val="9000"/>
            </a:srgbClr>
          </a:solidFill>
        </p:grpSpPr>
        <p:sp>
          <p:nvSpPr>
            <p:cNvPr id="308" name="Retângulo 307">
              <a:extLst>
                <a:ext uri="{FF2B5EF4-FFF2-40B4-BE49-F238E27FC236}">
                  <a16:creationId xmlns:a16="http://schemas.microsoft.com/office/drawing/2014/main" id="{47CA1A23-5D78-B5E8-C4BB-F6CC25358BE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0" name="Retângulo 309">
              <a:extLst>
                <a:ext uri="{FF2B5EF4-FFF2-40B4-BE49-F238E27FC236}">
                  <a16:creationId xmlns:a16="http://schemas.microsoft.com/office/drawing/2014/main" id="{D32E1D92-7BD0-8952-6819-64063FDA919A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2" name="Agrupar 311">
            <a:extLst>
              <a:ext uri="{FF2B5EF4-FFF2-40B4-BE49-F238E27FC236}">
                <a16:creationId xmlns:a16="http://schemas.microsoft.com/office/drawing/2014/main" id="{EB149E5D-DCC6-CA5D-7493-6836DCF7E096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292454"/>
          </a:solidFill>
        </p:grpSpPr>
        <p:grpSp>
          <p:nvGrpSpPr>
            <p:cNvPr id="347" name="Gráfico 309">
              <a:extLst>
                <a:ext uri="{FF2B5EF4-FFF2-40B4-BE49-F238E27FC236}">
                  <a16:creationId xmlns:a16="http://schemas.microsoft.com/office/drawing/2014/main" id="{278F6A52-918D-A71A-5EF3-EC22B7AE43DF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54" name="Forma Livre: Forma 353">
                <a:extLst>
                  <a:ext uri="{FF2B5EF4-FFF2-40B4-BE49-F238E27FC236}">
                    <a16:creationId xmlns:a16="http://schemas.microsoft.com/office/drawing/2014/main" id="{92BB1C89-E3BE-9393-88AA-4D16DDCC8DF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5" name="Forma Livre: Forma 354">
                <a:extLst>
                  <a:ext uri="{FF2B5EF4-FFF2-40B4-BE49-F238E27FC236}">
                    <a16:creationId xmlns:a16="http://schemas.microsoft.com/office/drawing/2014/main" id="{9A5C1EF1-0885-FFB6-812B-5B2081471786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6" name="Forma Livre: Forma 355">
                <a:extLst>
                  <a:ext uri="{FF2B5EF4-FFF2-40B4-BE49-F238E27FC236}">
                    <a16:creationId xmlns:a16="http://schemas.microsoft.com/office/drawing/2014/main" id="{428F1749-DDAF-2D30-08B2-480A78FA3E5A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7" name="Forma Livre: Forma 356">
                <a:extLst>
                  <a:ext uri="{FF2B5EF4-FFF2-40B4-BE49-F238E27FC236}">
                    <a16:creationId xmlns:a16="http://schemas.microsoft.com/office/drawing/2014/main" id="{B4E9A81F-D1BB-5209-77A1-0F897934A4DD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8" name="Forma Livre: Forma 357">
                <a:extLst>
                  <a:ext uri="{FF2B5EF4-FFF2-40B4-BE49-F238E27FC236}">
                    <a16:creationId xmlns:a16="http://schemas.microsoft.com/office/drawing/2014/main" id="{E3AA6207-E68C-C956-89A6-73D085814121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48" name="Gráfico 309">
              <a:extLst>
                <a:ext uri="{FF2B5EF4-FFF2-40B4-BE49-F238E27FC236}">
                  <a16:creationId xmlns:a16="http://schemas.microsoft.com/office/drawing/2014/main" id="{683E9D59-7586-2216-6A55-C09B961BA699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49" name="Forma Livre: Forma 348">
                <a:extLst>
                  <a:ext uri="{FF2B5EF4-FFF2-40B4-BE49-F238E27FC236}">
                    <a16:creationId xmlns:a16="http://schemas.microsoft.com/office/drawing/2014/main" id="{2B5F6E77-3782-ECAA-1DB9-DC515B78AF0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0" name="Forma Livre: Forma 349">
                <a:extLst>
                  <a:ext uri="{FF2B5EF4-FFF2-40B4-BE49-F238E27FC236}">
                    <a16:creationId xmlns:a16="http://schemas.microsoft.com/office/drawing/2014/main" id="{972D307D-3816-0F03-69D6-713EB7DE2F8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1" name="Forma Livre: Forma 350">
                <a:extLst>
                  <a:ext uri="{FF2B5EF4-FFF2-40B4-BE49-F238E27FC236}">
                    <a16:creationId xmlns:a16="http://schemas.microsoft.com/office/drawing/2014/main" id="{48AFACB5-E8D1-FE29-2E04-D9CC83890B93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2" name="Forma Livre: Forma 351">
                <a:extLst>
                  <a:ext uri="{FF2B5EF4-FFF2-40B4-BE49-F238E27FC236}">
                    <a16:creationId xmlns:a16="http://schemas.microsoft.com/office/drawing/2014/main" id="{A6B5B5B8-8AB0-FC46-F2E7-FE9E4F021C8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3" name="Forma Livre: Forma 352">
                <a:extLst>
                  <a:ext uri="{FF2B5EF4-FFF2-40B4-BE49-F238E27FC236}">
                    <a16:creationId xmlns:a16="http://schemas.microsoft.com/office/drawing/2014/main" id="{5A360B25-1698-5F85-6D98-FA6F433D6FBB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59" name="Gráfico 309">
            <a:extLst>
              <a:ext uri="{FF2B5EF4-FFF2-40B4-BE49-F238E27FC236}">
                <a16:creationId xmlns:a16="http://schemas.microsoft.com/office/drawing/2014/main" id="{F32113BE-BC5F-79B2-2312-0EE53BEEBB23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360" name="Forma Livre: Forma 359">
              <a:extLst>
                <a:ext uri="{FF2B5EF4-FFF2-40B4-BE49-F238E27FC236}">
                  <a16:creationId xmlns:a16="http://schemas.microsoft.com/office/drawing/2014/main" id="{3189F681-26B1-11E9-8C1B-E80B29D9B5C3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1" name="Forma Livre: Forma 360">
              <a:extLst>
                <a:ext uri="{FF2B5EF4-FFF2-40B4-BE49-F238E27FC236}">
                  <a16:creationId xmlns:a16="http://schemas.microsoft.com/office/drawing/2014/main" id="{8DA83EA4-9A60-EE85-5CD5-9F54586CA02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2" name="Forma Livre: Forma 361">
              <a:extLst>
                <a:ext uri="{FF2B5EF4-FFF2-40B4-BE49-F238E27FC236}">
                  <a16:creationId xmlns:a16="http://schemas.microsoft.com/office/drawing/2014/main" id="{09C661FB-7645-0876-1804-9B4D9DE92A0D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3" name="Forma Livre: Forma 362">
              <a:extLst>
                <a:ext uri="{FF2B5EF4-FFF2-40B4-BE49-F238E27FC236}">
                  <a16:creationId xmlns:a16="http://schemas.microsoft.com/office/drawing/2014/main" id="{B03D35FA-7F70-DF90-4068-288B393A3847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4" name="Forma Livre: Forma 363">
              <a:extLst>
                <a:ext uri="{FF2B5EF4-FFF2-40B4-BE49-F238E27FC236}">
                  <a16:creationId xmlns:a16="http://schemas.microsoft.com/office/drawing/2014/main" id="{CA421A7D-5004-A989-B303-C858763063CC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5854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áfico 27">
            <a:extLst>
              <a:ext uri="{FF2B5EF4-FFF2-40B4-BE49-F238E27FC236}">
                <a16:creationId xmlns:a16="http://schemas.microsoft.com/office/drawing/2014/main" id="{76ABE241-775F-DEE4-8028-E3C674208E51}"/>
              </a:ext>
            </a:extLst>
          </p:cNvPr>
          <p:cNvGrpSpPr/>
          <p:nvPr/>
        </p:nvGrpSpPr>
        <p:grpSpPr>
          <a:xfrm>
            <a:off x="6381438" y="1503820"/>
            <a:ext cx="4289900" cy="3574917"/>
            <a:chOff x="6381438" y="1503820"/>
            <a:chExt cx="4289900" cy="3574917"/>
          </a:xfrm>
          <a:solidFill>
            <a:srgbClr val="623889"/>
          </a:solidFill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909B4546-98BF-235F-BB12-0DC36A39F976}"/>
                </a:ext>
              </a:extLst>
            </p:cNvPr>
            <p:cNvSpPr/>
            <p:nvPr/>
          </p:nvSpPr>
          <p:spPr>
            <a:xfrm>
              <a:off x="6738930" y="4721245"/>
              <a:ext cx="3574916" cy="357491"/>
            </a:xfrm>
            <a:custGeom>
              <a:avLst/>
              <a:gdLst>
                <a:gd name="connsiteX0" fmla="*/ 2859933 w 3574916"/>
                <a:gd name="connsiteY0" fmla="*/ 0 h 357491"/>
                <a:gd name="connsiteX1" fmla="*/ 2502442 w 3574916"/>
                <a:gd name="connsiteY1" fmla="*/ 0 h 357491"/>
                <a:gd name="connsiteX2" fmla="*/ 2144950 w 3574916"/>
                <a:gd name="connsiteY2" fmla="*/ 0 h 357491"/>
                <a:gd name="connsiteX3" fmla="*/ 1787458 w 3574916"/>
                <a:gd name="connsiteY3" fmla="*/ 0 h 357491"/>
                <a:gd name="connsiteX4" fmla="*/ 1429967 w 3574916"/>
                <a:gd name="connsiteY4" fmla="*/ 0 h 357491"/>
                <a:gd name="connsiteX5" fmla="*/ 1072475 w 3574916"/>
                <a:gd name="connsiteY5" fmla="*/ 0 h 357491"/>
                <a:gd name="connsiteX6" fmla="*/ 714983 w 3574916"/>
                <a:gd name="connsiteY6" fmla="*/ 0 h 357491"/>
                <a:gd name="connsiteX7" fmla="*/ 357492 w 3574916"/>
                <a:gd name="connsiteY7" fmla="*/ 0 h 357491"/>
                <a:gd name="connsiteX8" fmla="*/ 0 w 3574916"/>
                <a:gd name="connsiteY8" fmla="*/ 0 h 357491"/>
                <a:gd name="connsiteX9" fmla="*/ 0 w 3574916"/>
                <a:gd name="connsiteY9" fmla="*/ 357492 h 357491"/>
                <a:gd name="connsiteX10" fmla="*/ 357492 w 3574916"/>
                <a:gd name="connsiteY10" fmla="*/ 357492 h 357491"/>
                <a:gd name="connsiteX11" fmla="*/ 714983 w 3574916"/>
                <a:gd name="connsiteY11" fmla="*/ 357492 h 357491"/>
                <a:gd name="connsiteX12" fmla="*/ 1072475 w 3574916"/>
                <a:gd name="connsiteY12" fmla="*/ 357492 h 357491"/>
                <a:gd name="connsiteX13" fmla="*/ 1429967 w 3574916"/>
                <a:gd name="connsiteY13" fmla="*/ 357492 h 357491"/>
                <a:gd name="connsiteX14" fmla="*/ 1787458 w 3574916"/>
                <a:gd name="connsiteY14" fmla="*/ 357492 h 357491"/>
                <a:gd name="connsiteX15" fmla="*/ 2144950 w 3574916"/>
                <a:gd name="connsiteY15" fmla="*/ 357492 h 357491"/>
                <a:gd name="connsiteX16" fmla="*/ 2502442 w 3574916"/>
                <a:gd name="connsiteY16" fmla="*/ 357492 h 357491"/>
                <a:gd name="connsiteX17" fmla="*/ 2859933 w 3574916"/>
                <a:gd name="connsiteY17" fmla="*/ 357492 h 357491"/>
                <a:gd name="connsiteX18" fmla="*/ 3217425 w 3574916"/>
                <a:gd name="connsiteY18" fmla="*/ 357492 h 357491"/>
                <a:gd name="connsiteX19" fmla="*/ 3574917 w 3574916"/>
                <a:gd name="connsiteY19" fmla="*/ 357492 h 357491"/>
                <a:gd name="connsiteX20" fmla="*/ 3574917 w 3574916"/>
                <a:gd name="connsiteY20" fmla="*/ 0 h 357491"/>
                <a:gd name="connsiteX21" fmla="*/ 3217425 w 3574916"/>
                <a:gd name="connsiteY21" fmla="*/ 0 h 357491"/>
                <a:gd name="connsiteX22" fmla="*/ 2859933 w 3574916"/>
                <a:gd name="connsiteY2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13DB8326-182A-533E-C037-332FEF985199}"/>
                </a:ext>
              </a:extLst>
            </p:cNvPr>
            <p:cNvSpPr/>
            <p:nvPr/>
          </p:nvSpPr>
          <p:spPr>
            <a:xfrm>
              <a:off x="10313846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565C993-DAAD-126B-E4AF-7C9F16827B07}"/>
                </a:ext>
              </a:extLst>
            </p:cNvPr>
            <p:cNvSpPr/>
            <p:nvPr/>
          </p:nvSpPr>
          <p:spPr>
            <a:xfrm>
              <a:off x="8168896" y="3291278"/>
              <a:ext cx="893729" cy="1072475"/>
            </a:xfrm>
            <a:custGeom>
              <a:avLst/>
              <a:gdLst>
                <a:gd name="connsiteX0" fmla="*/ 714983 w 893729"/>
                <a:gd name="connsiteY0" fmla="*/ 357492 h 1072475"/>
                <a:gd name="connsiteX1" fmla="*/ 536238 w 893729"/>
                <a:gd name="connsiteY1" fmla="*/ 357492 h 1072475"/>
                <a:gd name="connsiteX2" fmla="*/ 536238 w 893729"/>
                <a:gd name="connsiteY2" fmla="*/ 178746 h 1072475"/>
                <a:gd name="connsiteX3" fmla="*/ 357492 w 893729"/>
                <a:gd name="connsiteY3" fmla="*/ 178746 h 1072475"/>
                <a:gd name="connsiteX4" fmla="*/ 357492 w 893729"/>
                <a:gd name="connsiteY4" fmla="*/ 0 h 1072475"/>
                <a:gd name="connsiteX5" fmla="*/ 178746 w 893729"/>
                <a:gd name="connsiteY5" fmla="*/ 0 h 1072475"/>
                <a:gd name="connsiteX6" fmla="*/ 0 w 893729"/>
                <a:gd name="connsiteY6" fmla="*/ 0 h 1072475"/>
                <a:gd name="connsiteX7" fmla="*/ 0 w 893729"/>
                <a:gd name="connsiteY7" fmla="*/ 178746 h 1072475"/>
                <a:gd name="connsiteX8" fmla="*/ 0 w 893729"/>
                <a:gd name="connsiteY8" fmla="*/ 357492 h 1072475"/>
                <a:gd name="connsiteX9" fmla="*/ 0 w 893729"/>
                <a:gd name="connsiteY9" fmla="*/ 536238 h 1072475"/>
                <a:gd name="connsiteX10" fmla="*/ 0 w 893729"/>
                <a:gd name="connsiteY10" fmla="*/ 714983 h 1072475"/>
                <a:gd name="connsiteX11" fmla="*/ 0 w 893729"/>
                <a:gd name="connsiteY11" fmla="*/ 893729 h 1072475"/>
                <a:gd name="connsiteX12" fmla="*/ 0 w 893729"/>
                <a:gd name="connsiteY12" fmla="*/ 1072475 h 1072475"/>
                <a:gd name="connsiteX13" fmla="*/ 178746 w 893729"/>
                <a:gd name="connsiteY13" fmla="*/ 1072475 h 1072475"/>
                <a:gd name="connsiteX14" fmla="*/ 357492 w 893729"/>
                <a:gd name="connsiteY14" fmla="*/ 1072475 h 1072475"/>
                <a:gd name="connsiteX15" fmla="*/ 357492 w 893729"/>
                <a:gd name="connsiteY15" fmla="*/ 893729 h 1072475"/>
                <a:gd name="connsiteX16" fmla="*/ 536238 w 893729"/>
                <a:gd name="connsiteY16" fmla="*/ 893729 h 1072475"/>
                <a:gd name="connsiteX17" fmla="*/ 536238 w 893729"/>
                <a:gd name="connsiteY17" fmla="*/ 714983 h 1072475"/>
                <a:gd name="connsiteX18" fmla="*/ 714983 w 893729"/>
                <a:gd name="connsiteY18" fmla="*/ 714983 h 1072475"/>
                <a:gd name="connsiteX19" fmla="*/ 714983 w 893729"/>
                <a:gd name="connsiteY19" fmla="*/ 625611 h 1072475"/>
                <a:gd name="connsiteX20" fmla="*/ 893729 w 893729"/>
                <a:gd name="connsiteY20" fmla="*/ 625611 h 1072475"/>
                <a:gd name="connsiteX21" fmla="*/ 893729 w 893729"/>
                <a:gd name="connsiteY21" fmla="*/ 446865 h 1072475"/>
                <a:gd name="connsiteX22" fmla="*/ 714983 w 893729"/>
                <a:gd name="connsiteY22" fmla="*/ 446865 h 1072475"/>
                <a:gd name="connsiteX23" fmla="*/ 714983 w 893729"/>
                <a:gd name="connsiteY23" fmla="*/ 357492 h 107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4D10BB93-1E8B-1A00-7384-572AA0968E14}"/>
                </a:ext>
              </a:extLst>
            </p:cNvPr>
            <p:cNvSpPr/>
            <p:nvPr/>
          </p:nvSpPr>
          <p:spPr>
            <a:xfrm>
              <a:off x="8883880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FC14EA2-F920-D964-6A49-06E067379D92}"/>
                </a:ext>
              </a:extLst>
            </p:cNvPr>
            <p:cNvSpPr/>
            <p:nvPr/>
          </p:nvSpPr>
          <p:spPr>
            <a:xfrm>
              <a:off x="9241371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F0EC20D8-8B1F-7BE2-75B2-2DF35C4C3B05}"/>
                </a:ext>
              </a:extLst>
            </p:cNvPr>
            <p:cNvSpPr/>
            <p:nvPr/>
          </p:nvSpPr>
          <p:spPr>
            <a:xfrm>
              <a:off x="6381438" y="2933786"/>
              <a:ext cx="357491" cy="1787458"/>
            </a:xfrm>
            <a:custGeom>
              <a:avLst/>
              <a:gdLst>
                <a:gd name="connsiteX0" fmla="*/ 357492 w 357491"/>
                <a:gd name="connsiteY0" fmla="*/ 1072475 h 1787458"/>
                <a:gd name="connsiteX1" fmla="*/ 357492 w 357491"/>
                <a:gd name="connsiteY1" fmla="*/ 714983 h 1787458"/>
                <a:gd name="connsiteX2" fmla="*/ 357492 w 357491"/>
                <a:gd name="connsiteY2" fmla="*/ 357492 h 1787458"/>
                <a:gd name="connsiteX3" fmla="*/ 357492 w 357491"/>
                <a:gd name="connsiteY3" fmla="*/ 0 h 1787458"/>
                <a:gd name="connsiteX4" fmla="*/ 0 w 357491"/>
                <a:gd name="connsiteY4" fmla="*/ 0 h 1787458"/>
                <a:gd name="connsiteX5" fmla="*/ 0 w 357491"/>
                <a:gd name="connsiteY5" fmla="*/ 357492 h 1787458"/>
                <a:gd name="connsiteX6" fmla="*/ 0 w 357491"/>
                <a:gd name="connsiteY6" fmla="*/ 714983 h 1787458"/>
                <a:gd name="connsiteX7" fmla="*/ 0 w 357491"/>
                <a:gd name="connsiteY7" fmla="*/ 1072475 h 1787458"/>
                <a:gd name="connsiteX8" fmla="*/ 0 w 357491"/>
                <a:gd name="connsiteY8" fmla="*/ 1429967 h 1787458"/>
                <a:gd name="connsiteX9" fmla="*/ 0 w 357491"/>
                <a:gd name="connsiteY9" fmla="*/ 1787459 h 1787458"/>
                <a:gd name="connsiteX10" fmla="*/ 357492 w 357491"/>
                <a:gd name="connsiteY10" fmla="*/ 1787459 h 1787458"/>
                <a:gd name="connsiteX11" fmla="*/ 357492 w 357491"/>
                <a:gd name="connsiteY11" fmla="*/ 1429967 h 1787458"/>
                <a:gd name="connsiteX12" fmla="*/ 357492 w 357491"/>
                <a:gd name="connsiteY12" fmla="*/ 1072475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76F78278-3C9D-F70A-F592-C4CDD7721B65}"/>
                </a:ext>
              </a:extLst>
            </p:cNvPr>
            <p:cNvSpPr/>
            <p:nvPr/>
          </p:nvSpPr>
          <p:spPr>
            <a:xfrm>
              <a:off x="6738930" y="2218803"/>
              <a:ext cx="3574916" cy="714983"/>
            </a:xfrm>
            <a:custGeom>
              <a:avLst/>
              <a:gdLst>
                <a:gd name="connsiteX0" fmla="*/ 714983 w 3574916"/>
                <a:gd name="connsiteY0" fmla="*/ 714983 h 714983"/>
                <a:gd name="connsiteX1" fmla="*/ 1072475 w 3574916"/>
                <a:gd name="connsiteY1" fmla="*/ 714983 h 714983"/>
                <a:gd name="connsiteX2" fmla="*/ 1429967 w 3574916"/>
                <a:gd name="connsiteY2" fmla="*/ 714983 h 714983"/>
                <a:gd name="connsiteX3" fmla="*/ 1787458 w 3574916"/>
                <a:gd name="connsiteY3" fmla="*/ 714983 h 714983"/>
                <a:gd name="connsiteX4" fmla="*/ 2144950 w 3574916"/>
                <a:gd name="connsiteY4" fmla="*/ 714983 h 714983"/>
                <a:gd name="connsiteX5" fmla="*/ 2502442 w 3574916"/>
                <a:gd name="connsiteY5" fmla="*/ 714983 h 714983"/>
                <a:gd name="connsiteX6" fmla="*/ 2859933 w 3574916"/>
                <a:gd name="connsiteY6" fmla="*/ 714983 h 714983"/>
                <a:gd name="connsiteX7" fmla="*/ 3217425 w 3574916"/>
                <a:gd name="connsiteY7" fmla="*/ 714983 h 714983"/>
                <a:gd name="connsiteX8" fmla="*/ 3574917 w 3574916"/>
                <a:gd name="connsiteY8" fmla="*/ 714983 h 714983"/>
                <a:gd name="connsiteX9" fmla="*/ 3574917 w 3574916"/>
                <a:gd name="connsiteY9" fmla="*/ 357492 h 714983"/>
                <a:gd name="connsiteX10" fmla="*/ 3217425 w 3574916"/>
                <a:gd name="connsiteY10" fmla="*/ 357492 h 714983"/>
                <a:gd name="connsiteX11" fmla="*/ 2859933 w 3574916"/>
                <a:gd name="connsiteY11" fmla="*/ 357492 h 714983"/>
                <a:gd name="connsiteX12" fmla="*/ 2502442 w 3574916"/>
                <a:gd name="connsiteY12" fmla="*/ 357492 h 714983"/>
                <a:gd name="connsiteX13" fmla="*/ 2144950 w 3574916"/>
                <a:gd name="connsiteY13" fmla="*/ 357492 h 714983"/>
                <a:gd name="connsiteX14" fmla="*/ 2144950 w 3574916"/>
                <a:gd name="connsiteY14" fmla="*/ 0 h 714983"/>
                <a:gd name="connsiteX15" fmla="*/ 1787458 w 3574916"/>
                <a:gd name="connsiteY15" fmla="*/ 0 h 714983"/>
                <a:gd name="connsiteX16" fmla="*/ 1429967 w 3574916"/>
                <a:gd name="connsiteY16" fmla="*/ 0 h 714983"/>
                <a:gd name="connsiteX17" fmla="*/ 1429967 w 3574916"/>
                <a:gd name="connsiteY17" fmla="*/ 357492 h 714983"/>
                <a:gd name="connsiteX18" fmla="*/ 1072475 w 3574916"/>
                <a:gd name="connsiteY18" fmla="*/ 357492 h 714983"/>
                <a:gd name="connsiteX19" fmla="*/ 714983 w 3574916"/>
                <a:gd name="connsiteY19" fmla="*/ 357492 h 714983"/>
                <a:gd name="connsiteX20" fmla="*/ 357492 w 3574916"/>
                <a:gd name="connsiteY20" fmla="*/ 357492 h 714983"/>
                <a:gd name="connsiteX21" fmla="*/ 0 w 3574916"/>
                <a:gd name="connsiteY21" fmla="*/ 357492 h 714983"/>
                <a:gd name="connsiteX22" fmla="*/ 0 w 3574916"/>
                <a:gd name="connsiteY22" fmla="*/ 714983 h 714983"/>
                <a:gd name="connsiteX23" fmla="*/ 357492 w 3574916"/>
                <a:gd name="connsiteY23" fmla="*/ 714983 h 714983"/>
                <a:gd name="connsiteX24" fmla="*/ 714983 w 3574916"/>
                <a:gd name="connsiteY24" fmla="*/ 714983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AF4D232C-0CB3-20DC-96DC-0C4B6D8337C4}"/>
                </a:ext>
              </a:extLst>
            </p:cNvPr>
            <p:cNvSpPr/>
            <p:nvPr/>
          </p:nvSpPr>
          <p:spPr>
            <a:xfrm>
              <a:off x="7811405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41C8AB81-9E95-12BD-069F-23A2C0F2CDD0}"/>
                </a:ext>
              </a:extLst>
            </p:cNvPr>
            <p:cNvSpPr/>
            <p:nvPr/>
          </p:nvSpPr>
          <p:spPr>
            <a:xfrm>
              <a:off x="7453913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DDF5825-8D5E-B75F-EF70-8CCCE7EFE306}"/>
              </a:ext>
            </a:extLst>
          </p:cNvPr>
          <p:cNvSpPr/>
          <p:nvPr userDrawn="1"/>
        </p:nvSpPr>
        <p:spPr>
          <a:xfrm>
            <a:off x="824345" y="5846618"/>
            <a:ext cx="1288473" cy="789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0DD952A9-45FB-0BEE-40BB-7351407507A4}"/>
              </a:ext>
            </a:extLst>
          </p:cNvPr>
          <p:cNvSpPr/>
          <p:nvPr userDrawn="1"/>
        </p:nvSpPr>
        <p:spPr>
          <a:xfrm>
            <a:off x="12072785" y="-628650"/>
            <a:ext cx="357492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8CCE46C0-9764-7DA2-2AB1-3F55FC049AA6}"/>
              </a:ext>
            </a:extLst>
          </p:cNvPr>
          <p:cNvSpPr/>
          <p:nvPr userDrawn="1"/>
        </p:nvSpPr>
        <p:spPr>
          <a:xfrm>
            <a:off x="-90960" y="-476250"/>
            <a:ext cx="78105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5A20697-CFCF-E960-0D17-341FCC255F07}"/>
              </a:ext>
            </a:extLst>
          </p:cNvPr>
          <p:cNvGrpSpPr/>
          <p:nvPr userDrawn="1"/>
        </p:nvGrpSpPr>
        <p:grpSpPr>
          <a:xfrm>
            <a:off x="990949" y="5682969"/>
            <a:ext cx="1153667" cy="820483"/>
            <a:chOff x="5519737" y="3019425"/>
            <a:chExt cx="1153667" cy="820483"/>
          </a:xfrm>
        </p:grpSpPr>
        <p:grpSp>
          <p:nvGrpSpPr>
            <p:cNvPr id="59" name="Gráfico 17">
              <a:extLst>
                <a:ext uri="{FF2B5EF4-FFF2-40B4-BE49-F238E27FC236}">
                  <a16:creationId xmlns:a16="http://schemas.microsoft.com/office/drawing/2014/main" id="{427C4BC6-0B77-BD48-7560-1C04DD4D10A3}"/>
                </a:ext>
              </a:extLst>
            </p:cNvPr>
            <p:cNvGrpSpPr/>
            <p:nvPr/>
          </p:nvGrpSpPr>
          <p:grpSpPr>
            <a:xfrm>
              <a:off x="5519737" y="3236594"/>
              <a:ext cx="960977" cy="235077"/>
              <a:chOff x="5519737" y="3236594"/>
              <a:chExt cx="960977" cy="235077"/>
            </a:xfrm>
            <a:solidFill>
              <a:srgbClr val="623889"/>
            </a:solidFill>
          </p:grpSpPr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85BD26C8-C90D-8E8B-2B8C-2E2980C3B4DD}"/>
                  </a:ext>
                </a:extLst>
              </p:cNvPr>
              <p:cNvSpPr/>
              <p:nvPr/>
            </p:nvSpPr>
            <p:spPr>
              <a:xfrm>
                <a:off x="5519737" y="3236594"/>
                <a:ext cx="117443" cy="234124"/>
              </a:xfrm>
              <a:custGeom>
                <a:avLst/>
                <a:gdLst>
                  <a:gd name="connsiteX0" fmla="*/ 22003 w 117443"/>
                  <a:gd name="connsiteY0" fmla="*/ 178784 h 234124"/>
                  <a:gd name="connsiteX1" fmla="*/ 22003 w 117443"/>
                  <a:gd name="connsiteY1" fmla="*/ 91630 h 234124"/>
                  <a:gd name="connsiteX2" fmla="*/ 0 w 117443"/>
                  <a:gd name="connsiteY2" fmla="*/ 91630 h 234124"/>
                  <a:gd name="connsiteX3" fmla="*/ 0 w 117443"/>
                  <a:gd name="connsiteY3" fmla="*/ 47054 h 234124"/>
                  <a:gd name="connsiteX4" fmla="*/ 22003 w 117443"/>
                  <a:gd name="connsiteY4" fmla="*/ 47054 h 234124"/>
                  <a:gd name="connsiteX5" fmla="*/ 22003 w 117443"/>
                  <a:gd name="connsiteY5" fmla="*/ 0 h 234124"/>
                  <a:gd name="connsiteX6" fmla="*/ 74200 w 117443"/>
                  <a:gd name="connsiteY6" fmla="*/ 0 h 234124"/>
                  <a:gd name="connsiteX7" fmla="*/ 74200 w 117443"/>
                  <a:gd name="connsiteY7" fmla="*/ 47054 h 234124"/>
                  <a:gd name="connsiteX8" fmla="*/ 117443 w 117443"/>
                  <a:gd name="connsiteY8" fmla="*/ 47054 h 234124"/>
                  <a:gd name="connsiteX9" fmla="*/ 117443 w 117443"/>
                  <a:gd name="connsiteY9" fmla="*/ 91630 h 234124"/>
                  <a:gd name="connsiteX10" fmla="*/ 74200 w 117443"/>
                  <a:gd name="connsiteY10" fmla="*/ 91630 h 234124"/>
                  <a:gd name="connsiteX11" fmla="*/ 74200 w 117443"/>
                  <a:gd name="connsiteY11" fmla="*/ 170212 h 234124"/>
                  <a:gd name="connsiteX12" fmla="*/ 91059 w 117443"/>
                  <a:gd name="connsiteY12" fmla="*/ 188024 h 234124"/>
                  <a:gd name="connsiteX13" fmla="*/ 116777 w 117443"/>
                  <a:gd name="connsiteY13" fmla="*/ 181547 h 234124"/>
                  <a:gd name="connsiteX14" fmla="*/ 116777 w 117443"/>
                  <a:gd name="connsiteY14" fmla="*/ 223456 h 234124"/>
                  <a:gd name="connsiteX15" fmla="*/ 75629 w 117443"/>
                  <a:gd name="connsiteY15" fmla="*/ 234125 h 234124"/>
                  <a:gd name="connsiteX16" fmla="*/ 22098 w 117443"/>
                  <a:gd name="connsiteY16" fmla="*/ 178880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78B50D89-7960-DD90-EFA9-0C5CECF16B74}"/>
                  </a:ext>
                </a:extLst>
              </p:cNvPr>
              <p:cNvSpPr/>
              <p:nvPr/>
            </p:nvSpPr>
            <p:spPr>
              <a:xfrm>
                <a:off x="5661373" y="3280219"/>
                <a:ext cx="180594" cy="191452"/>
              </a:xfrm>
              <a:custGeom>
                <a:avLst/>
                <a:gdLst>
                  <a:gd name="connsiteX0" fmla="*/ 95 w 180594"/>
                  <a:gd name="connsiteY0" fmla="*/ 96393 h 191452"/>
                  <a:gd name="connsiteX1" fmla="*/ 95 w 180594"/>
                  <a:gd name="connsiteY1" fmla="*/ 95726 h 191452"/>
                  <a:gd name="connsiteX2" fmla="*/ 91059 w 180594"/>
                  <a:gd name="connsiteY2" fmla="*/ 0 h 191452"/>
                  <a:gd name="connsiteX3" fmla="*/ 180594 w 180594"/>
                  <a:gd name="connsiteY3" fmla="*/ 99917 h 191452"/>
                  <a:gd name="connsiteX4" fmla="*/ 179927 w 180594"/>
                  <a:gd name="connsiteY4" fmla="*/ 113633 h 191452"/>
                  <a:gd name="connsiteX5" fmla="*/ 51911 w 180594"/>
                  <a:gd name="connsiteY5" fmla="*/ 113633 h 191452"/>
                  <a:gd name="connsiteX6" fmla="*/ 96869 w 180594"/>
                  <a:gd name="connsiteY6" fmla="*/ 149638 h 191452"/>
                  <a:gd name="connsiteX7" fmla="*/ 141446 w 180594"/>
                  <a:gd name="connsiteY7" fmla="*/ 130778 h 191452"/>
                  <a:gd name="connsiteX8" fmla="*/ 171259 w 180594"/>
                  <a:gd name="connsiteY8" fmla="*/ 157163 h 191452"/>
                  <a:gd name="connsiteX9" fmla="*/ 96107 w 180594"/>
                  <a:gd name="connsiteY9" fmla="*/ 191453 h 191452"/>
                  <a:gd name="connsiteX10" fmla="*/ 0 w 180594"/>
                  <a:gd name="connsiteY10" fmla="*/ 96393 h 191452"/>
                  <a:gd name="connsiteX11" fmla="*/ 129826 w 180594"/>
                  <a:gd name="connsiteY11" fmla="*/ 80963 h 191452"/>
                  <a:gd name="connsiteX12" fmla="*/ 91059 w 180594"/>
                  <a:gd name="connsiteY12" fmla="*/ 41815 h 191452"/>
                  <a:gd name="connsiteX13" fmla="*/ 51245 w 180594"/>
                  <a:gd name="connsiteY13" fmla="*/ 80963 h 191452"/>
                  <a:gd name="connsiteX14" fmla="*/ 129826 w 180594"/>
                  <a:gd name="connsiteY14" fmla="*/ 8096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B848F41-2F36-D034-4056-4567AA593898}"/>
                  </a:ext>
                </a:extLst>
              </p:cNvPr>
              <p:cNvSpPr/>
              <p:nvPr/>
            </p:nvSpPr>
            <p:spPr>
              <a:xfrm>
                <a:off x="5871876" y="3280219"/>
                <a:ext cx="170973" cy="191357"/>
              </a:xfrm>
              <a:custGeom>
                <a:avLst/>
                <a:gdLst>
                  <a:gd name="connsiteX0" fmla="*/ 0 w 170973"/>
                  <a:gd name="connsiteY0" fmla="*/ 96393 h 191357"/>
                  <a:gd name="connsiteX1" fmla="*/ 0 w 170973"/>
                  <a:gd name="connsiteY1" fmla="*/ 95726 h 191357"/>
                  <a:gd name="connsiteX2" fmla="*/ 96488 w 170973"/>
                  <a:gd name="connsiteY2" fmla="*/ 0 h 191357"/>
                  <a:gd name="connsiteX3" fmla="*/ 169926 w 170973"/>
                  <a:gd name="connsiteY3" fmla="*/ 30861 h 191357"/>
                  <a:gd name="connsiteX4" fmla="*/ 138017 w 170973"/>
                  <a:gd name="connsiteY4" fmla="*/ 65151 h 191357"/>
                  <a:gd name="connsiteX5" fmla="*/ 96107 w 170973"/>
                  <a:gd name="connsiteY5" fmla="*/ 44863 h 191357"/>
                  <a:gd name="connsiteX6" fmla="*/ 51530 w 170973"/>
                  <a:gd name="connsiteY6" fmla="*/ 94964 h 191357"/>
                  <a:gd name="connsiteX7" fmla="*/ 51530 w 170973"/>
                  <a:gd name="connsiteY7" fmla="*/ 95631 h 191357"/>
                  <a:gd name="connsiteX8" fmla="*/ 98203 w 170973"/>
                  <a:gd name="connsiteY8" fmla="*/ 146399 h 191357"/>
                  <a:gd name="connsiteX9" fmla="*/ 140398 w 170973"/>
                  <a:gd name="connsiteY9" fmla="*/ 126873 h 191357"/>
                  <a:gd name="connsiteX10" fmla="*/ 170974 w 170973"/>
                  <a:gd name="connsiteY10" fmla="*/ 157734 h 191357"/>
                  <a:gd name="connsiteX11" fmla="*/ 95821 w 170973"/>
                  <a:gd name="connsiteY11" fmla="*/ 191357 h 191357"/>
                  <a:gd name="connsiteX12" fmla="*/ 95 w 170973"/>
                  <a:gd name="connsiteY12" fmla="*/ 96298 h 19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6828F43C-422A-29D8-CF3C-9667C40C5532}"/>
                  </a:ext>
                </a:extLst>
              </p:cNvPr>
              <p:cNvSpPr/>
              <p:nvPr/>
            </p:nvSpPr>
            <p:spPr>
              <a:xfrm>
                <a:off x="6076758" y="3280124"/>
                <a:ext cx="168592" cy="187356"/>
              </a:xfrm>
              <a:custGeom>
                <a:avLst/>
                <a:gdLst>
                  <a:gd name="connsiteX0" fmla="*/ 0 w 168592"/>
                  <a:gd name="connsiteY0" fmla="*/ 3429 h 187356"/>
                  <a:gd name="connsiteX1" fmla="*/ 52197 w 168592"/>
                  <a:gd name="connsiteY1" fmla="*/ 3429 h 187356"/>
                  <a:gd name="connsiteX2" fmla="*/ 52197 w 168592"/>
                  <a:gd name="connsiteY2" fmla="*/ 29527 h 187356"/>
                  <a:gd name="connsiteX3" fmla="*/ 106109 w 168592"/>
                  <a:gd name="connsiteY3" fmla="*/ 0 h 187356"/>
                  <a:gd name="connsiteX4" fmla="*/ 168593 w 168592"/>
                  <a:gd name="connsiteY4" fmla="*/ 68294 h 187356"/>
                  <a:gd name="connsiteX5" fmla="*/ 168593 w 168592"/>
                  <a:gd name="connsiteY5" fmla="*/ 187357 h 187356"/>
                  <a:gd name="connsiteX6" fmla="*/ 116395 w 168592"/>
                  <a:gd name="connsiteY6" fmla="*/ 187357 h 187356"/>
                  <a:gd name="connsiteX7" fmla="*/ 116395 w 168592"/>
                  <a:gd name="connsiteY7" fmla="*/ 84773 h 187356"/>
                  <a:gd name="connsiteX8" fmla="*/ 84772 w 168592"/>
                  <a:gd name="connsiteY8" fmla="*/ 47339 h 187356"/>
                  <a:gd name="connsiteX9" fmla="*/ 52197 w 168592"/>
                  <a:gd name="connsiteY9" fmla="*/ 84773 h 187356"/>
                  <a:gd name="connsiteX10" fmla="*/ 52197 w 168592"/>
                  <a:gd name="connsiteY10" fmla="*/ 187357 h 187356"/>
                  <a:gd name="connsiteX11" fmla="*/ 0 w 168592"/>
                  <a:gd name="connsiteY11" fmla="*/ 187357 h 187356"/>
                  <a:gd name="connsiteX12" fmla="*/ 0 w 168592"/>
                  <a:gd name="connsiteY12" fmla="*/ 3429 h 187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0AD0BFCB-82E9-540C-203E-D3D503F36515}"/>
                  </a:ext>
                </a:extLst>
              </p:cNvPr>
              <p:cNvSpPr/>
              <p:nvPr/>
            </p:nvSpPr>
            <p:spPr>
              <a:xfrm>
                <a:off x="6281641" y="3280219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3 w 199072"/>
                  <a:gd name="connsiteY3" fmla="*/ 95060 h 191452"/>
                  <a:gd name="connsiteX4" fmla="*/ 199073 w 199072"/>
                  <a:gd name="connsiteY4" fmla="*/ 95726 h 191452"/>
                  <a:gd name="connsiteX5" fmla="*/ 99155 w 199072"/>
                  <a:gd name="connsiteY5" fmla="*/ 191453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60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2" name="Gráfico 17">
              <a:extLst>
                <a:ext uri="{FF2B5EF4-FFF2-40B4-BE49-F238E27FC236}">
                  <a16:creationId xmlns:a16="http://schemas.microsoft.com/office/drawing/2014/main" id="{3D4C36A2-EACF-32F4-E8EF-3F04EDB07EE3}"/>
                </a:ext>
              </a:extLst>
            </p:cNvPr>
            <p:cNvGrpSpPr/>
            <p:nvPr/>
          </p:nvGrpSpPr>
          <p:grpSpPr>
            <a:xfrm>
              <a:off x="5850825" y="3533870"/>
              <a:ext cx="822579" cy="306038"/>
              <a:chOff x="5850825" y="3533870"/>
              <a:chExt cx="822579" cy="306038"/>
            </a:xfrm>
            <a:solidFill>
              <a:srgbClr val="623889"/>
            </a:solidFill>
          </p:grpSpPr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02BF6F1F-6686-B54F-8133-8C0ECDC60B75}"/>
                  </a:ext>
                </a:extLst>
              </p:cNvPr>
              <p:cNvSpPr/>
              <p:nvPr/>
            </p:nvSpPr>
            <p:spPr>
              <a:xfrm>
                <a:off x="5850825" y="3533870"/>
                <a:ext cx="52197" cy="250602"/>
              </a:xfrm>
              <a:custGeom>
                <a:avLst/>
                <a:gdLst>
                  <a:gd name="connsiteX0" fmla="*/ 0 w 52197"/>
                  <a:gd name="connsiteY0" fmla="*/ 0 h 250602"/>
                  <a:gd name="connsiteX1" fmla="*/ 52197 w 52197"/>
                  <a:gd name="connsiteY1" fmla="*/ 0 h 250602"/>
                  <a:gd name="connsiteX2" fmla="*/ 52197 w 52197"/>
                  <a:gd name="connsiteY2" fmla="*/ 250603 h 250602"/>
                  <a:gd name="connsiteX3" fmla="*/ 0 w 52197"/>
                  <a:gd name="connsiteY3" fmla="*/ 250603 h 250602"/>
                  <a:gd name="connsiteX4" fmla="*/ 0 w 52197"/>
                  <a:gd name="connsiteY4" fmla="*/ 0 h 25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B47891E2-03E3-3B8A-BCD8-13BCBEF0F950}"/>
                  </a:ext>
                </a:extLst>
              </p:cNvPr>
              <p:cNvSpPr/>
              <p:nvPr/>
            </p:nvSpPr>
            <p:spPr>
              <a:xfrm>
                <a:off x="5943123" y="3597116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2 w 199072"/>
                  <a:gd name="connsiteY3" fmla="*/ 95059 h 191452"/>
                  <a:gd name="connsiteX4" fmla="*/ 199072 w 199072"/>
                  <a:gd name="connsiteY4" fmla="*/ 95726 h 191452"/>
                  <a:gd name="connsiteX5" fmla="*/ 99155 w 199072"/>
                  <a:gd name="connsiteY5" fmla="*/ 191452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59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1A7F3EF5-600F-18C8-F84B-89ED68638F2F}"/>
                  </a:ext>
                </a:extLst>
              </p:cNvPr>
              <p:cNvSpPr/>
              <p:nvPr/>
            </p:nvSpPr>
            <p:spPr>
              <a:xfrm>
                <a:off x="6171532" y="3597020"/>
                <a:ext cx="193262" cy="242887"/>
              </a:xfrm>
              <a:custGeom>
                <a:avLst/>
                <a:gdLst>
                  <a:gd name="connsiteX0" fmla="*/ 9430 w 193262"/>
                  <a:gd name="connsiteY0" fmla="*/ 223838 h 242887"/>
                  <a:gd name="connsiteX1" fmla="*/ 27242 w 193262"/>
                  <a:gd name="connsiteY1" fmla="*/ 184690 h 242887"/>
                  <a:gd name="connsiteX2" fmla="*/ 89344 w 193262"/>
                  <a:gd name="connsiteY2" fmla="*/ 201549 h 242887"/>
                  <a:gd name="connsiteX3" fmla="*/ 141827 w 193262"/>
                  <a:gd name="connsiteY3" fmla="*/ 151448 h 242887"/>
                  <a:gd name="connsiteX4" fmla="*/ 141827 w 193262"/>
                  <a:gd name="connsiteY4" fmla="*/ 142494 h 242887"/>
                  <a:gd name="connsiteX5" fmla="*/ 81725 w 193262"/>
                  <a:gd name="connsiteY5" fmla="*/ 172307 h 242887"/>
                  <a:gd name="connsiteX6" fmla="*/ 0 w 193262"/>
                  <a:gd name="connsiteY6" fmla="*/ 86487 h 242887"/>
                  <a:gd name="connsiteX7" fmla="*/ 0 w 193262"/>
                  <a:gd name="connsiteY7" fmla="*/ 85820 h 242887"/>
                  <a:gd name="connsiteX8" fmla="*/ 81725 w 193262"/>
                  <a:gd name="connsiteY8" fmla="*/ 0 h 242887"/>
                  <a:gd name="connsiteX9" fmla="*/ 141065 w 193262"/>
                  <a:gd name="connsiteY9" fmla="*/ 27432 h 242887"/>
                  <a:gd name="connsiteX10" fmla="*/ 141065 w 193262"/>
                  <a:gd name="connsiteY10" fmla="*/ 3429 h 242887"/>
                  <a:gd name="connsiteX11" fmla="*/ 193262 w 193262"/>
                  <a:gd name="connsiteY11" fmla="*/ 3429 h 242887"/>
                  <a:gd name="connsiteX12" fmla="*/ 193262 w 193262"/>
                  <a:gd name="connsiteY12" fmla="*/ 145828 h 242887"/>
                  <a:gd name="connsiteX13" fmla="*/ 169926 w 193262"/>
                  <a:gd name="connsiteY13" fmla="*/ 218218 h 242887"/>
                  <a:gd name="connsiteX14" fmla="*/ 90678 w 193262"/>
                  <a:gd name="connsiteY14" fmla="*/ 242888 h 242887"/>
                  <a:gd name="connsiteX15" fmla="*/ 9335 w 193262"/>
                  <a:gd name="connsiteY15" fmla="*/ 223647 h 242887"/>
                  <a:gd name="connsiteX16" fmla="*/ 141923 w 193262"/>
                  <a:gd name="connsiteY16" fmla="*/ 86582 h 242887"/>
                  <a:gd name="connsiteX17" fmla="*/ 141923 w 193262"/>
                  <a:gd name="connsiteY17" fmla="*/ 85916 h 242887"/>
                  <a:gd name="connsiteX18" fmla="*/ 96965 w 193262"/>
                  <a:gd name="connsiteY18" fmla="*/ 43339 h 242887"/>
                  <a:gd name="connsiteX19" fmla="*/ 52388 w 193262"/>
                  <a:gd name="connsiteY19" fmla="*/ 85916 h 242887"/>
                  <a:gd name="connsiteX20" fmla="*/ 52388 w 193262"/>
                  <a:gd name="connsiteY20" fmla="*/ 86582 h 242887"/>
                  <a:gd name="connsiteX21" fmla="*/ 96965 w 193262"/>
                  <a:gd name="connsiteY21" fmla="*/ 129159 h 242887"/>
                  <a:gd name="connsiteX22" fmla="*/ 141923 w 193262"/>
                  <a:gd name="connsiteY22" fmla="*/ 86582 h 24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DBADC908-FE7C-1EFD-DBF4-6DAF665D5271}"/>
                  </a:ext>
                </a:extLst>
              </p:cNvPr>
              <p:cNvSpPr/>
              <p:nvPr/>
            </p:nvSpPr>
            <p:spPr>
              <a:xfrm>
                <a:off x="6412610" y="3533870"/>
                <a:ext cx="54959" cy="250507"/>
              </a:xfrm>
              <a:custGeom>
                <a:avLst/>
                <a:gdLst>
                  <a:gd name="connsiteX0" fmla="*/ 0 w 54959"/>
                  <a:gd name="connsiteY0" fmla="*/ 0 h 250507"/>
                  <a:gd name="connsiteX1" fmla="*/ 54959 w 54959"/>
                  <a:gd name="connsiteY1" fmla="*/ 0 h 250507"/>
                  <a:gd name="connsiteX2" fmla="*/ 54959 w 54959"/>
                  <a:gd name="connsiteY2" fmla="*/ 46292 h 250507"/>
                  <a:gd name="connsiteX3" fmla="*/ 0 w 54959"/>
                  <a:gd name="connsiteY3" fmla="*/ 46292 h 250507"/>
                  <a:gd name="connsiteX4" fmla="*/ 0 w 54959"/>
                  <a:gd name="connsiteY4" fmla="*/ 0 h 250507"/>
                  <a:gd name="connsiteX5" fmla="*/ 1333 w 54959"/>
                  <a:gd name="connsiteY5" fmla="*/ 66580 h 250507"/>
                  <a:gd name="connsiteX6" fmla="*/ 53531 w 54959"/>
                  <a:gd name="connsiteY6" fmla="*/ 66580 h 250507"/>
                  <a:gd name="connsiteX7" fmla="*/ 53531 w 54959"/>
                  <a:gd name="connsiteY7" fmla="*/ 250508 h 250507"/>
                  <a:gd name="connsiteX8" fmla="*/ 1333 w 54959"/>
                  <a:gd name="connsiteY8" fmla="*/ 250508 h 250507"/>
                  <a:gd name="connsiteX9" fmla="*/ 1333 w 54959"/>
                  <a:gd name="connsiteY9" fmla="*/ 66580 h 250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10BE62DE-5E64-84BF-A22E-F10F629A3787}"/>
                  </a:ext>
                </a:extLst>
              </p:cNvPr>
              <p:cNvSpPr/>
              <p:nvPr/>
            </p:nvSpPr>
            <p:spPr>
              <a:xfrm>
                <a:off x="6504145" y="3598449"/>
                <a:ext cx="169259" cy="189452"/>
              </a:xfrm>
              <a:custGeom>
                <a:avLst/>
                <a:gdLst>
                  <a:gd name="connsiteX0" fmla="*/ 95 w 169259"/>
                  <a:gd name="connsiteY0" fmla="*/ 133159 h 189452"/>
                  <a:gd name="connsiteX1" fmla="*/ 95 w 169259"/>
                  <a:gd name="connsiteY1" fmla="*/ 132493 h 189452"/>
                  <a:gd name="connsiteX2" fmla="*/ 74200 w 169259"/>
                  <a:gd name="connsiteY2" fmla="*/ 73819 h 189452"/>
                  <a:gd name="connsiteX3" fmla="*/ 119158 w 169259"/>
                  <a:gd name="connsiteY3" fmla="*/ 81344 h 189452"/>
                  <a:gd name="connsiteX4" fmla="*/ 119158 w 169259"/>
                  <a:gd name="connsiteY4" fmla="*/ 78296 h 189452"/>
                  <a:gd name="connsiteX5" fmla="*/ 79724 w 169259"/>
                  <a:gd name="connsiteY5" fmla="*/ 44672 h 189452"/>
                  <a:gd name="connsiteX6" fmla="*/ 28956 w 169259"/>
                  <a:gd name="connsiteY6" fmla="*/ 54578 h 189452"/>
                  <a:gd name="connsiteX7" fmla="*/ 15907 w 169259"/>
                  <a:gd name="connsiteY7" fmla="*/ 14764 h 189452"/>
                  <a:gd name="connsiteX8" fmla="*/ 87249 w 169259"/>
                  <a:gd name="connsiteY8" fmla="*/ 0 h 189452"/>
                  <a:gd name="connsiteX9" fmla="*/ 149352 w 169259"/>
                  <a:gd name="connsiteY9" fmla="*/ 20574 h 189452"/>
                  <a:gd name="connsiteX10" fmla="*/ 169259 w 169259"/>
                  <a:gd name="connsiteY10" fmla="*/ 79248 h 189452"/>
                  <a:gd name="connsiteX11" fmla="*/ 169259 w 169259"/>
                  <a:gd name="connsiteY11" fmla="*/ 186023 h 189452"/>
                  <a:gd name="connsiteX12" fmla="*/ 118777 w 169259"/>
                  <a:gd name="connsiteY12" fmla="*/ 186023 h 189452"/>
                  <a:gd name="connsiteX13" fmla="*/ 118777 w 169259"/>
                  <a:gd name="connsiteY13" fmla="*/ 166116 h 189452"/>
                  <a:gd name="connsiteX14" fmla="*/ 63151 w 169259"/>
                  <a:gd name="connsiteY14" fmla="*/ 189452 h 189452"/>
                  <a:gd name="connsiteX15" fmla="*/ 0 w 169259"/>
                  <a:gd name="connsiteY15" fmla="*/ 133159 h 189452"/>
                  <a:gd name="connsiteX16" fmla="*/ 119920 w 169259"/>
                  <a:gd name="connsiteY16" fmla="*/ 121158 h 189452"/>
                  <a:gd name="connsiteX17" fmla="*/ 119920 w 169259"/>
                  <a:gd name="connsiteY17" fmla="*/ 111919 h 189452"/>
                  <a:gd name="connsiteX18" fmla="*/ 86582 w 169259"/>
                  <a:gd name="connsiteY18" fmla="*/ 105061 h 189452"/>
                  <a:gd name="connsiteX19" fmla="*/ 50578 w 169259"/>
                  <a:gd name="connsiteY19" fmla="*/ 130492 h 189452"/>
                  <a:gd name="connsiteX20" fmla="*/ 50578 w 169259"/>
                  <a:gd name="connsiteY20" fmla="*/ 131159 h 189452"/>
                  <a:gd name="connsiteX21" fmla="*/ 79058 w 169259"/>
                  <a:gd name="connsiteY21" fmla="*/ 153448 h 189452"/>
                  <a:gd name="connsiteX22" fmla="*/ 119920 w 169259"/>
                  <a:gd name="connsiteY22" fmla="*/ 121158 h 189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3" name="Gráfico 17">
              <a:extLst>
                <a:ext uri="{FF2B5EF4-FFF2-40B4-BE49-F238E27FC236}">
                  <a16:creationId xmlns:a16="http://schemas.microsoft.com/office/drawing/2014/main" id="{AC11AC7E-46CC-8241-C499-1F0D5CD8CCDB}"/>
                </a:ext>
              </a:extLst>
            </p:cNvPr>
            <p:cNvGrpSpPr/>
            <p:nvPr/>
          </p:nvGrpSpPr>
          <p:grpSpPr>
            <a:xfrm>
              <a:off x="5588031" y="3019425"/>
              <a:ext cx="478631" cy="119824"/>
              <a:chOff x="5588031" y="3019425"/>
              <a:chExt cx="478631" cy="119824"/>
            </a:xfrm>
            <a:solidFill>
              <a:srgbClr val="292454"/>
            </a:solidFill>
          </p:grpSpPr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843A36B5-165F-02AB-C6A0-FD476866C61F}"/>
                  </a:ext>
                </a:extLst>
              </p:cNvPr>
              <p:cNvSpPr/>
              <p:nvPr/>
            </p:nvSpPr>
            <p:spPr>
              <a:xfrm>
                <a:off x="5991700" y="3024282"/>
                <a:ext cx="74961" cy="114395"/>
              </a:xfrm>
              <a:custGeom>
                <a:avLst/>
                <a:gdLst>
                  <a:gd name="connsiteX0" fmla="*/ 74962 w 74961"/>
                  <a:gd name="connsiteY0" fmla="*/ 91535 h 114395"/>
                  <a:gd name="connsiteX1" fmla="*/ 73343 w 74961"/>
                  <a:gd name="connsiteY1" fmla="*/ 91535 h 114395"/>
                  <a:gd name="connsiteX2" fmla="*/ 34385 w 74961"/>
                  <a:gd name="connsiteY2" fmla="*/ 57150 h 114395"/>
                  <a:gd name="connsiteX3" fmla="*/ 34385 w 74961"/>
                  <a:gd name="connsiteY3" fmla="*/ 56674 h 114395"/>
                  <a:gd name="connsiteX4" fmla="*/ 71723 w 74961"/>
                  <a:gd name="connsiteY4" fmla="*/ 22670 h 114395"/>
                  <a:gd name="connsiteX5" fmla="*/ 74962 w 74961"/>
                  <a:gd name="connsiteY5" fmla="*/ 22765 h 114395"/>
                  <a:gd name="connsiteX6" fmla="*/ 74962 w 74961"/>
                  <a:gd name="connsiteY6" fmla="*/ 0 h 114395"/>
                  <a:gd name="connsiteX7" fmla="*/ 72009 w 74961"/>
                  <a:gd name="connsiteY7" fmla="*/ 0 h 114395"/>
                  <a:gd name="connsiteX8" fmla="*/ 0 w 74961"/>
                  <a:gd name="connsiteY8" fmla="*/ 57245 h 114395"/>
                  <a:gd name="connsiteX9" fmla="*/ 0 w 74961"/>
                  <a:gd name="connsiteY9" fmla="*/ 57626 h 114395"/>
                  <a:gd name="connsiteX10" fmla="*/ 71438 w 74961"/>
                  <a:gd name="connsiteY10" fmla="*/ 114395 h 114395"/>
                  <a:gd name="connsiteX11" fmla="*/ 74962 w 74961"/>
                  <a:gd name="connsiteY11" fmla="*/ 114395 h 114395"/>
                  <a:gd name="connsiteX12" fmla="*/ 74962 w 74961"/>
                  <a:gd name="connsiteY12" fmla="*/ 91535 h 11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31E3D508-585C-2525-C26F-2D2D547A2F77}"/>
                  </a:ext>
                </a:extLst>
              </p:cNvPr>
              <p:cNvSpPr/>
              <p:nvPr/>
            </p:nvSpPr>
            <p:spPr>
              <a:xfrm>
                <a:off x="5588031" y="3019425"/>
                <a:ext cx="108299" cy="119824"/>
              </a:xfrm>
              <a:custGeom>
                <a:avLst/>
                <a:gdLst>
                  <a:gd name="connsiteX0" fmla="*/ 63818 w 108299"/>
                  <a:gd name="connsiteY0" fmla="*/ 48387 h 119824"/>
                  <a:gd name="connsiteX1" fmla="*/ 36195 w 108299"/>
                  <a:gd name="connsiteY1" fmla="*/ 33052 h 119824"/>
                  <a:gd name="connsiteX2" fmla="*/ 36195 w 108299"/>
                  <a:gd name="connsiteY2" fmla="*/ 32671 h 119824"/>
                  <a:gd name="connsiteX3" fmla="*/ 54197 w 108299"/>
                  <a:gd name="connsiteY3" fmla="*/ 22574 h 119824"/>
                  <a:gd name="connsiteX4" fmla="*/ 73628 w 108299"/>
                  <a:gd name="connsiteY4" fmla="*/ 26289 h 119824"/>
                  <a:gd name="connsiteX5" fmla="*/ 73628 w 108299"/>
                  <a:gd name="connsiteY5" fmla="*/ 1905 h 119824"/>
                  <a:gd name="connsiteX6" fmla="*/ 54673 w 108299"/>
                  <a:gd name="connsiteY6" fmla="*/ 0 h 119824"/>
                  <a:gd name="connsiteX7" fmla="*/ 5620 w 108299"/>
                  <a:gd name="connsiteY7" fmla="*/ 35147 h 119824"/>
                  <a:gd name="connsiteX8" fmla="*/ 5620 w 108299"/>
                  <a:gd name="connsiteY8" fmla="*/ 35433 h 119824"/>
                  <a:gd name="connsiteX9" fmla="*/ 52007 w 108299"/>
                  <a:gd name="connsiteY9" fmla="*/ 71057 h 119824"/>
                  <a:gd name="connsiteX10" fmla="*/ 77629 w 108299"/>
                  <a:gd name="connsiteY10" fmla="*/ 85916 h 119824"/>
                  <a:gd name="connsiteX11" fmla="*/ 77629 w 108299"/>
                  <a:gd name="connsiteY11" fmla="*/ 86201 h 119824"/>
                  <a:gd name="connsiteX12" fmla="*/ 57436 w 108299"/>
                  <a:gd name="connsiteY12" fmla="*/ 97155 h 119824"/>
                  <a:gd name="connsiteX13" fmla="*/ 18193 w 108299"/>
                  <a:gd name="connsiteY13" fmla="*/ 83058 h 119824"/>
                  <a:gd name="connsiteX14" fmla="*/ 0 w 108299"/>
                  <a:gd name="connsiteY14" fmla="*/ 101156 h 119824"/>
                  <a:gd name="connsiteX15" fmla="*/ 56864 w 108299"/>
                  <a:gd name="connsiteY15" fmla="*/ 119825 h 119824"/>
                  <a:gd name="connsiteX16" fmla="*/ 108299 w 108299"/>
                  <a:gd name="connsiteY16" fmla="*/ 83725 h 119824"/>
                  <a:gd name="connsiteX17" fmla="*/ 108299 w 108299"/>
                  <a:gd name="connsiteY17" fmla="*/ 83439 h 119824"/>
                  <a:gd name="connsiteX18" fmla="*/ 63913 w 108299"/>
                  <a:gd name="connsiteY18" fmla="*/ 48482 h 119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C87D8E4F-4BCB-04B9-0B4D-0E943E1F6FCE}"/>
                  </a:ext>
                </a:extLst>
              </p:cNvPr>
              <p:cNvSpPr/>
              <p:nvPr/>
            </p:nvSpPr>
            <p:spPr>
              <a:xfrm>
                <a:off x="5692425" y="3036093"/>
                <a:ext cx="105251" cy="99440"/>
              </a:xfrm>
              <a:custGeom>
                <a:avLst/>
                <a:gdLst>
                  <a:gd name="connsiteX0" fmla="*/ 30004 w 105251"/>
                  <a:gd name="connsiteY0" fmla="*/ 42005 h 99440"/>
                  <a:gd name="connsiteX1" fmla="*/ 53340 w 105251"/>
                  <a:gd name="connsiteY1" fmla="*/ 21717 h 99440"/>
                  <a:gd name="connsiteX2" fmla="*/ 76105 w 105251"/>
                  <a:gd name="connsiteY2" fmla="*/ 42005 h 99440"/>
                  <a:gd name="connsiteX3" fmla="*/ 30004 w 105251"/>
                  <a:gd name="connsiteY3" fmla="*/ 42005 h 99440"/>
                  <a:gd name="connsiteX4" fmla="*/ 53340 w 105251"/>
                  <a:gd name="connsiteY4" fmla="*/ 0 h 99440"/>
                  <a:gd name="connsiteX5" fmla="*/ 0 w 105251"/>
                  <a:gd name="connsiteY5" fmla="*/ 49720 h 99440"/>
                  <a:gd name="connsiteX6" fmla="*/ 0 w 105251"/>
                  <a:gd name="connsiteY6" fmla="*/ 50102 h 99440"/>
                  <a:gd name="connsiteX7" fmla="*/ 56388 w 105251"/>
                  <a:gd name="connsiteY7" fmla="*/ 99441 h 99440"/>
                  <a:gd name="connsiteX8" fmla="*/ 61246 w 105251"/>
                  <a:gd name="connsiteY8" fmla="*/ 99346 h 99440"/>
                  <a:gd name="connsiteX9" fmla="*/ 61246 w 105251"/>
                  <a:gd name="connsiteY9" fmla="*/ 77534 h 99440"/>
                  <a:gd name="connsiteX10" fmla="*/ 56769 w 105251"/>
                  <a:gd name="connsiteY10" fmla="*/ 77724 h 99440"/>
                  <a:gd name="connsiteX11" fmla="*/ 30385 w 105251"/>
                  <a:gd name="connsiteY11" fmla="*/ 59055 h 99440"/>
                  <a:gd name="connsiteX12" fmla="*/ 104870 w 105251"/>
                  <a:gd name="connsiteY12" fmla="*/ 59055 h 99440"/>
                  <a:gd name="connsiteX13" fmla="*/ 105251 w 105251"/>
                  <a:gd name="connsiteY13" fmla="*/ 52292 h 99440"/>
                  <a:gd name="connsiteX14" fmla="*/ 105251 w 105251"/>
                  <a:gd name="connsiteY14" fmla="*/ 51911 h 99440"/>
                  <a:gd name="connsiteX15" fmla="*/ 53340 w 105251"/>
                  <a:gd name="connsiteY15" fmla="*/ 95 h 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71581907-D695-8FF5-EBB2-E4C11D1DBA4F}"/>
                  </a:ext>
                </a:extLst>
              </p:cNvPr>
              <p:cNvSpPr/>
              <p:nvPr/>
            </p:nvSpPr>
            <p:spPr>
              <a:xfrm>
                <a:off x="5796438" y="3037141"/>
                <a:ext cx="98488" cy="96583"/>
              </a:xfrm>
              <a:custGeom>
                <a:avLst/>
                <a:gdLst>
                  <a:gd name="connsiteX0" fmla="*/ 98393 w 98488"/>
                  <a:gd name="connsiteY0" fmla="*/ 46006 h 96583"/>
                  <a:gd name="connsiteX1" fmla="*/ 49244 w 98488"/>
                  <a:gd name="connsiteY1" fmla="*/ 0 h 96583"/>
                  <a:gd name="connsiteX2" fmla="*/ 0 w 98488"/>
                  <a:gd name="connsiteY2" fmla="*/ 46006 h 96583"/>
                  <a:gd name="connsiteX3" fmla="*/ 0 w 98488"/>
                  <a:gd name="connsiteY3" fmla="*/ 96584 h 96583"/>
                  <a:gd name="connsiteX4" fmla="*/ 30956 w 98488"/>
                  <a:gd name="connsiteY4" fmla="*/ 96584 h 96583"/>
                  <a:gd name="connsiteX5" fmla="*/ 30956 w 98488"/>
                  <a:gd name="connsiteY5" fmla="*/ 44196 h 96583"/>
                  <a:gd name="connsiteX6" fmla="*/ 49244 w 98488"/>
                  <a:gd name="connsiteY6" fmla="*/ 23336 h 96583"/>
                  <a:gd name="connsiteX7" fmla="*/ 67818 w 98488"/>
                  <a:gd name="connsiteY7" fmla="*/ 44196 h 96583"/>
                  <a:gd name="connsiteX8" fmla="*/ 67818 w 98488"/>
                  <a:gd name="connsiteY8" fmla="*/ 96584 h 96583"/>
                  <a:gd name="connsiteX9" fmla="*/ 98489 w 98488"/>
                  <a:gd name="connsiteY9" fmla="*/ 96584 h 96583"/>
                  <a:gd name="connsiteX10" fmla="*/ 98489 w 98488"/>
                  <a:gd name="connsiteY10" fmla="*/ 46006 h 9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6862DC07-CC8D-742A-3AED-DB95FC931947}"/>
                  </a:ext>
                </a:extLst>
              </p:cNvPr>
              <p:cNvSpPr/>
              <p:nvPr/>
            </p:nvSpPr>
            <p:spPr>
              <a:xfrm>
                <a:off x="5893974" y="3036665"/>
                <a:ext cx="99345" cy="98202"/>
              </a:xfrm>
              <a:custGeom>
                <a:avLst/>
                <a:gdLst>
                  <a:gd name="connsiteX0" fmla="*/ 51149 w 99345"/>
                  <a:gd name="connsiteY0" fmla="*/ 0 h 98202"/>
                  <a:gd name="connsiteX1" fmla="*/ 43815 w 99345"/>
                  <a:gd name="connsiteY1" fmla="*/ 0 h 98202"/>
                  <a:gd name="connsiteX2" fmla="*/ 43815 w 99345"/>
                  <a:gd name="connsiteY2" fmla="*/ 23051 h 98202"/>
                  <a:gd name="connsiteX3" fmla="*/ 61627 w 99345"/>
                  <a:gd name="connsiteY3" fmla="*/ 26003 h 98202"/>
                  <a:gd name="connsiteX4" fmla="*/ 69914 w 99345"/>
                  <a:gd name="connsiteY4" fmla="*/ 40005 h 98202"/>
                  <a:gd name="connsiteX5" fmla="*/ 47149 w 99345"/>
                  <a:gd name="connsiteY5" fmla="*/ 38386 h 98202"/>
                  <a:gd name="connsiteX6" fmla="*/ 571 w 99345"/>
                  <a:gd name="connsiteY6" fmla="*/ 62770 h 98202"/>
                  <a:gd name="connsiteX7" fmla="*/ 381 w 99345"/>
                  <a:gd name="connsiteY7" fmla="*/ 63627 h 98202"/>
                  <a:gd name="connsiteX8" fmla="*/ 381 w 99345"/>
                  <a:gd name="connsiteY8" fmla="*/ 63913 h 98202"/>
                  <a:gd name="connsiteX9" fmla="*/ 0 w 99345"/>
                  <a:gd name="connsiteY9" fmla="*/ 68580 h 98202"/>
                  <a:gd name="connsiteX10" fmla="*/ 0 w 99345"/>
                  <a:gd name="connsiteY10" fmla="*/ 68961 h 98202"/>
                  <a:gd name="connsiteX11" fmla="*/ 37052 w 99345"/>
                  <a:gd name="connsiteY11" fmla="*/ 98203 h 98202"/>
                  <a:gd name="connsiteX12" fmla="*/ 69723 w 99345"/>
                  <a:gd name="connsiteY12" fmla="*/ 86106 h 98202"/>
                  <a:gd name="connsiteX13" fmla="*/ 69723 w 99345"/>
                  <a:gd name="connsiteY13" fmla="*/ 97155 h 98202"/>
                  <a:gd name="connsiteX14" fmla="*/ 99346 w 99345"/>
                  <a:gd name="connsiteY14" fmla="*/ 97155 h 98202"/>
                  <a:gd name="connsiteX15" fmla="*/ 99346 w 99345"/>
                  <a:gd name="connsiteY15" fmla="*/ 41148 h 98202"/>
                  <a:gd name="connsiteX16" fmla="*/ 51244 w 99345"/>
                  <a:gd name="connsiteY16" fmla="*/ 0 h 98202"/>
                  <a:gd name="connsiteX17" fmla="*/ 70009 w 99345"/>
                  <a:gd name="connsiteY17" fmla="*/ 63056 h 98202"/>
                  <a:gd name="connsiteX18" fmla="*/ 49720 w 99345"/>
                  <a:gd name="connsiteY18" fmla="*/ 79248 h 98202"/>
                  <a:gd name="connsiteX19" fmla="*/ 33433 w 99345"/>
                  <a:gd name="connsiteY19" fmla="*/ 59722 h 98202"/>
                  <a:gd name="connsiteX20" fmla="*/ 70199 w 99345"/>
                  <a:gd name="connsiteY20" fmla="*/ 56864 h 98202"/>
                  <a:gd name="connsiteX21" fmla="*/ 70199 w 99345"/>
                  <a:gd name="connsiteY21" fmla="*/ 63056 h 98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0" name="Gráfico 27">
            <a:extLst>
              <a:ext uri="{FF2B5EF4-FFF2-40B4-BE49-F238E27FC236}">
                <a16:creationId xmlns:a16="http://schemas.microsoft.com/office/drawing/2014/main" id="{77A1D9AB-9B96-E4D8-E3FD-5D5C1FF58A5D}"/>
              </a:ext>
            </a:extLst>
          </p:cNvPr>
          <p:cNvGrpSpPr/>
          <p:nvPr/>
        </p:nvGrpSpPr>
        <p:grpSpPr>
          <a:xfrm>
            <a:off x="8526387" y="1503820"/>
            <a:ext cx="2144950" cy="3574917"/>
            <a:chOff x="2735095" y="1503820"/>
            <a:chExt cx="2144950" cy="3574917"/>
          </a:xfrm>
          <a:solidFill>
            <a:srgbClr val="472B80"/>
          </a:solidFill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9D3CDC1A-6E77-CED9-E7EE-66EE0AB69F86}"/>
                </a:ext>
              </a:extLst>
            </p:cNvPr>
            <p:cNvSpPr/>
            <p:nvPr/>
          </p:nvSpPr>
          <p:spPr>
            <a:xfrm>
              <a:off x="2735095" y="4721245"/>
              <a:ext cx="1787458" cy="357491"/>
            </a:xfrm>
            <a:custGeom>
              <a:avLst/>
              <a:gdLst>
                <a:gd name="connsiteX0" fmla="*/ 1072475 w 1787458"/>
                <a:gd name="connsiteY0" fmla="*/ 0 h 357491"/>
                <a:gd name="connsiteX1" fmla="*/ 714983 w 1787458"/>
                <a:gd name="connsiteY1" fmla="*/ 0 h 357491"/>
                <a:gd name="connsiteX2" fmla="*/ 357492 w 1787458"/>
                <a:gd name="connsiteY2" fmla="*/ 0 h 357491"/>
                <a:gd name="connsiteX3" fmla="*/ 0 w 1787458"/>
                <a:gd name="connsiteY3" fmla="*/ 0 h 357491"/>
                <a:gd name="connsiteX4" fmla="*/ 0 w 1787458"/>
                <a:gd name="connsiteY4" fmla="*/ 357492 h 357491"/>
                <a:gd name="connsiteX5" fmla="*/ 357492 w 1787458"/>
                <a:gd name="connsiteY5" fmla="*/ 357492 h 357491"/>
                <a:gd name="connsiteX6" fmla="*/ 714983 w 1787458"/>
                <a:gd name="connsiteY6" fmla="*/ 357492 h 357491"/>
                <a:gd name="connsiteX7" fmla="*/ 1072475 w 1787458"/>
                <a:gd name="connsiteY7" fmla="*/ 357492 h 357491"/>
                <a:gd name="connsiteX8" fmla="*/ 1429967 w 1787458"/>
                <a:gd name="connsiteY8" fmla="*/ 357492 h 357491"/>
                <a:gd name="connsiteX9" fmla="*/ 1787458 w 1787458"/>
                <a:gd name="connsiteY9" fmla="*/ 357492 h 357491"/>
                <a:gd name="connsiteX10" fmla="*/ 1787458 w 1787458"/>
                <a:gd name="connsiteY10" fmla="*/ 0 h 357491"/>
                <a:gd name="connsiteX11" fmla="*/ 1429967 w 1787458"/>
                <a:gd name="connsiteY11" fmla="*/ 0 h 357491"/>
                <a:gd name="connsiteX12" fmla="*/ 1072475 w 1787458"/>
                <a:gd name="connsiteY1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5603C644-5B23-FE82-01E9-8E2891285CE6}"/>
                </a:ext>
              </a:extLst>
            </p:cNvPr>
            <p:cNvSpPr/>
            <p:nvPr/>
          </p:nvSpPr>
          <p:spPr>
            <a:xfrm>
              <a:off x="4522553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902118D5-0EB0-903D-C122-C5BF51507FCB}"/>
                </a:ext>
              </a:extLst>
            </p:cNvPr>
            <p:cNvSpPr/>
            <p:nvPr/>
          </p:nvSpPr>
          <p:spPr>
            <a:xfrm>
              <a:off x="2735095" y="2218803"/>
              <a:ext cx="1787458" cy="714983"/>
            </a:xfrm>
            <a:custGeom>
              <a:avLst/>
              <a:gdLst>
                <a:gd name="connsiteX0" fmla="*/ 1429967 w 1787458"/>
                <a:gd name="connsiteY0" fmla="*/ 357492 h 714983"/>
                <a:gd name="connsiteX1" fmla="*/ 1072475 w 1787458"/>
                <a:gd name="connsiteY1" fmla="*/ 357492 h 714983"/>
                <a:gd name="connsiteX2" fmla="*/ 714983 w 1787458"/>
                <a:gd name="connsiteY2" fmla="*/ 357492 h 714983"/>
                <a:gd name="connsiteX3" fmla="*/ 357492 w 1787458"/>
                <a:gd name="connsiteY3" fmla="*/ 357492 h 714983"/>
                <a:gd name="connsiteX4" fmla="*/ 357492 w 1787458"/>
                <a:gd name="connsiteY4" fmla="*/ 0 h 714983"/>
                <a:gd name="connsiteX5" fmla="*/ 0 w 1787458"/>
                <a:gd name="connsiteY5" fmla="*/ 0 h 714983"/>
                <a:gd name="connsiteX6" fmla="*/ 0 w 1787458"/>
                <a:gd name="connsiteY6" fmla="*/ 357492 h 714983"/>
                <a:gd name="connsiteX7" fmla="*/ 0 w 1787458"/>
                <a:gd name="connsiteY7" fmla="*/ 714983 h 714983"/>
                <a:gd name="connsiteX8" fmla="*/ 357492 w 1787458"/>
                <a:gd name="connsiteY8" fmla="*/ 714983 h 714983"/>
                <a:gd name="connsiteX9" fmla="*/ 714983 w 1787458"/>
                <a:gd name="connsiteY9" fmla="*/ 714983 h 714983"/>
                <a:gd name="connsiteX10" fmla="*/ 1072475 w 1787458"/>
                <a:gd name="connsiteY10" fmla="*/ 714983 h 714983"/>
                <a:gd name="connsiteX11" fmla="*/ 1429967 w 1787458"/>
                <a:gd name="connsiteY11" fmla="*/ 714983 h 714983"/>
                <a:gd name="connsiteX12" fmla="*/ 1787458 w 1787458"/>
                <a:gd name="connsiteY12" fmla="*/ 714983 h 714983"/>
                <a:gd name="connsiteX13" fmla="*/ 1787458 w 1787458"/>
                <a:gd name="connsiteY13" fmla="*/ 357492 h 714983"/>
                <a:gd name="connsiteX14" fmla="*/ 1429967 w 1787458"/>
                <a:gd name="connsiteY14" fmla="*/ 357492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4272CE-8CE8-B308-B1CC-56AA3B4C9CF0}"/>
                </a:ext>
              </a:extLst>
            </p:cNvPr>
            <p:cNvSpPr/>
            <p:nvPr/>
          </p:nvSpPr>
          <p:spPr>
            <a:xfrm>
              <a:off x="2735095" y="3470024"/>
              <a:ext cx="536237" cy="714983"/>
            </a:xfrm>
            <a:custGeom>
              <a:avLst/>
              <a:gdLst>
                <a:gd name="connsiteX0" fmla="*/ 178746 w 536237"/>
                <a:gd name="connsiteY0" fmla="*/ 536238 h 714983"/>
                <a:gd name="connsiteX1" fmla="*/ 357492 w 536237"/>
                <a:gd name="connsiteY1" fmla="*/ 536238 h 714983"/>
                <a:gd name="connsiteX2" fmla="*/ 357492 w 536237"/>
                <a:gd name="connsiteY2" fmla="*/ 446865 h 714983"/>
                <a:gd name="connsiteX3" fmla="*/ 536238 w 536237"/>
                <a:gd name="connsiteY3" fmla="*/ 446865 h 714983"/>
                <a:gd name="connsiteX4" fmla="*/ 536238 w 536237"/>
                <a:gd name="connsiteY4" fmla="*/ 268119 h 714983"/>
                <a:gd name="connsiteX5" fmla="*/ 357492 w 536237"/>
                <a:gd name="connsiteY5" fmla="*/ 268119 h 714983"/>
                <a:gd name="connsiteX6" fmla="*/ 357492 w 536237"/>
                <a:gd name="connsiteY6" fmla="*/ 178746 h 714983"/>
                <a:gd name="connsiteX7" fmla="*/ 178746 w 536237"/>
                <a:gd name="connsiteY7" fmla="*/ 178746 h 714983"/>
                <a:gd name="connsiteX8" fmla="*/ 178746 w 536237"/>
                <a:gd name="connsiteY8" fmla="*/ 0 h 714983"/>
                <a:gd name="connsiteX9" fmla="*/ 0 w 536237"/>
                <a:gd name="connsiteY9" fmla="*/ 0 h 714983"/>
                <a:gd name="connsiteX10" fmla="*/ 0 w 536237"/>
                <a:gd name="connsiteY10" fmla="*/ 178746 h 714983"/>
                <a:gd name="connsiteX11" fmla="*/ 0 w 536237"/>
                <a:gd name="connsiteY11" fmla="*/ 357492 h 714983"/>
                <a:gd name="connsiteX12" fmla="*/ 0 w 536237"/>
                <a:gd name="connsiteY12" fmla="*/ 536238 h 714983"/>
                <a:gd name="connsiteX13" fmla="*/ 0 w 536237"/>
                <a:gd name="connsiteY13" fmla="*/ 714983 h 714983"/>
                <a:gd name="connsiteX14" fmla="*/ 178746 w 536237"/>
                <a:gd name="connsiteY14" fmla="*/ 714983 h 714983"/>
                <a:gd name="connsiteX15" fmla="*/ 178746 w 536237"/>
                <a:gd name="connsiteY15" fmla="*/ 536238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71DE138-72E7-4F26-FC25-9A50713AEDE8}"/>
                </a:ext>
              </a:extLst>
            </p:cNvPr>
            <p:cNvSpPr/>
            <p:nvPr/>
          </p:nvSpPr>
          <p:spPr>
            <a:xfrm>
              <a:off x="3092586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FA3E7430-D30C-957C-EA7C-98BB11AF366B}"/>
                </a:ext>
              </a:extLst>
            </p:cNvPr>
            <p:cNvSpPr/>
            <p:nvPr/>
          </p:nvSpPr>
          <p:spPr>
            <a:xfrm>
              <a:off x="3450078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30764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 de navegação de aulas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6ECA4183-B090-7249-C8A9-72F409D1F974}"/>
              </a:ext>
            </a:extLst>
          </p:cNvPr>
          <p:cNvSpPr/>
          <p:nvPr/>
        </p:nvSpPr>
        <p:spPr>
          <a:xfrm>
            <a:off x="-103199" y="-50800"/>
            <a:ext cx="767682" cy="6959600"/>
          </a:xfrm>
          <a:custGeom>
            <a:avLst/>
            <a:gdLst>
              <a:gd name="connsiteX0" fmla="*/ 0 w 767682"/>
              <a:gd name="connsiteY0" fmla="*/ 0 h 6959600"/>
              <a:gd name="connsiteX1" fmla="*/ 767683 w 767682"/>
              <a:gd name="connsiteY1" fmla="*/ 0 h 6959600"/>
              <a:gd name="connsiteX2" fmla="*/ 767683 w 767682"/>
              <a:gd name="connsiteY2" fmla="*/ 6959600 h 6959600"/>
              <a:gd name="connsiteX3" fmla="*/ 0 w 767682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BB34E019-D397-F42B-4335-D4615132DF41}"/>
              </a:ext>
            </a:extLst>
          </p:cNvPr>
          <p:cNvSpPr/>
          <p:nvPr/>
        </p:nvSpPr>
        <p:spPr>
          <a:xfrm>
            <a:off x="664483" y="-50800"/>
            <a:ext cx="3889449" cy="6959600"/>
          </a:xfrm>
          <a:custGeom>
            <a:avLst/>
            <a:gdLst>
              <a:gd name="connsiteX0" fmla="*/ 0 w 3889449"/>
              <a:gd name="connsiteY0" fmla="*/ 0 h 6959600"/>
              <a:gd name="connsiteX1" fmla="*/ 3889450 w 3889449"/>
              <a:gd name="connsiteY1" fmla="*/ 0 h 6959600"/>
              <a:gd name="connsiteX2" fmla="*/ 3889450 w 3889449"/>
              <a:gd name="connsiteY2" fmla="*/ 6959600 h 6959600"/>
              <a:gd name="connsiteX3" fmla="*/ 0 w 3889449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D908B386-C05E-87B2-E17F-3F6ACD2BEB31}"/>
              </a:ext>
            </a:extLst>
          </p:cNvPr>
          <p:cNvSpPr/>
          <p:nvPr/>
        </p:nvSpPr>
        <p:spPr>
          <a:xfrm>
            <a:off x="371800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F0F5769C-9890-BE03-F557-AD4B31ABAEAD}"/>
              </a:ext>
            </a:extLst>
          </p:cNvPr>
          <p:cNvSpPr/>
          <p:nvPr/>
        </p:nvSpPr>
        <p:spPr>
          <a:xfrm>
            <a:off x="4136872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94546B5A-A548-4231-4AB2-81391986ACD1}"/>
              </a:ext>
            </a:extLst>
          </p:cNvPr>
          <p:cNvSpPr/>
          <p:nvPr/>
        </p:nvSpPr>
        <p:spPr>
          <a:xfrm>
            <a:off x="455573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B2488B60-0B07-0DAA-340A-CA891712CA54}"/>
              </a:ext>
            </a:extLst>
          </p:cNvPr>
          <p:cNvSpPr/>
          <p:nvPr/>
        </p:nvSpPr>
        <p:spPr>
          <a:xfrm rot="10800000">
            <a:off x="4974664" y="3707227"/>
            <a:ext cx="693539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6837264D-C938-A9FF-2EA5-31ABA0F776BD}"/>
              </a:ext>
            </a:extLst>
          </p:cNvPr>
          <p:cNvSpPr/>
          <p:nvPr/>
        </p:nvSpPr>
        <p:spPr>
          <a:xfrm rot="10800000">
            <a:off x="5393527" y="412609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1030D393-4407-1423-5EB1-E149F2263FB7}"/>
              </a:ext>
            </a:extLst>
          </p:cNvPr>
          <p:cNvSpPr/>
          <p:nvPr/>
        </p:nvSpPr>
        <p:spPr>
          <a:xfrm rot="10800000">
            <a:off x="5812393" y="4544956"/>
            <a:ext cx="5849954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E9916630-A229-2F89-655F-397ED3CE25F9}"/>
              </a:ext>
            </a:extLst>
          </p:cNvPr>
          <p:cNvSpPr/>
          <p:nvPr/>
        </p:nvSpPr>
        <p:spPr>
          <a:xfrm rot="10800000">
            <a:off x="5393528" y="496382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7BD14EEA-2297-2CC4-9252-16CCF27EDE69}"/>
              </a:ext>
            </a:extLst>
          </p:cNvPr>
          <p:cNvSpPr/>
          <p:nvPr/>
        </p:nvSpPr>
        <p:spPr>
          <a:xfrm rot="10800000">
            <a:off x="4974664" y="5382686"/>
            <a:ext cx="675251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2C9ED0F5-A19A-6C64-C1FC-6DB18455811B}"/>
              </a:ext>
            </a:extLst>
          </p:cNvPr>
          <p:cNvSpPr/>
          <p:nvPr/>
        </p:nvSpPr>
        <p:spPr>
          <a:xfrm rot="10800000">
            <a:off x="5393529" y="5801551"/>
            <a:ext cx="6409849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DEC68055-C1AC-71EE-2CE8-24633D2F4259}"/>
              </a:ext>
            </a:extLst>
          </p:cNvPr>
          <p:cNvSpPr/>
          <p:nvPr/>
        </p:nvSpPr>
        <p:spPr>
          <a:xfrm>
            <a:off x="3299143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776FFEAD-050E-7B21-20C7-542FFF9B2B93}"/>
              </a:ext>
            </a:extLst>
          </p:cNvPr>
          <p:cNvSpPr/>
          <p:nvPr/>
        </p:nvSpPr>
        <p:spPr>
          <a:xfrm>
            <a:off x="3718007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7406BF4B-C8E1-7269-B4AC-BBB569759D5E}"/>
              </a:ext>
            </a:extLst>
          </p:cNvPr>
          <p:cNvSpPr/>
          <p:nvPr/>
        </p:nvSpPr>
        <p:spPr>
          <a:xfrm>
            <a:off x="413687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E90DFD1B-A00B-22BD-731B-5E496392F186}"/>
              </a:ext>
            </a:extLst>
          </p:cNvPr>
          <p:cNvSpPr/>
          <p:nvPr/>
        </p:nvSpPr>
        <p:spPr>
          <a:xfrm>
            <a:off x="497460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04F99C02-FFF0-4896-6C1A-C4F85A0D5402}"/>
              </a:ext>
            </a:extLst>
          </p:cNvPr>
          <p:cNvSpPr/>
          <p:nvPr/>
        </p:nvSpPr>
        <p:spPr>
          <a:xfrm>
            <a:off x="2880278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6B522B15-3E83-D437-F79B-C1C4E8D1C40C}"/>
              </a:ext>
            </a:extLst>
          </p:cNvPr>
          <p:cNvSpPr/>
          <p:nvPr/>
        </p:nvSpPr>
        <p:spPr>
          <a:xfrm>
            <a:off x="3299143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12EF7A24-CA3F-D344-9249-1C4438A8D630}"/>
              </a:ext>
            </a:extLst>
          </p:cNvPr>
          <p:cNvSpPr/>
          <p:nvPr/>
        </p:nvSpPr>
        <p:spPr>
          <a:xfrm>
            <a:off x="371800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8D217FCD-08F0-AC0B-ECBC-9984844DA4BD}"/>
              </a:ext>
            </a:extLst>
          </p:cNvPr>
          <p:cNvSpPr/>
          <p:nvPr/>
        </p:nvSpPr>
        <p:spPr>
          <a:xfrm>
            <a:off x="4136872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09891E84-E681-DB95-CDC9-019D2C335B0C}"/>
              </a:ext>
            </a:extLst>
          </p:cNvPr>
          <p:cNvSpPr/>
          <p:nvPr/>
        </p:nvSpPr>
        <p:spPr>
          <a:xfrm>
            <a:off x="539346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B62D14C5-EB0D-98DF-4F00-EFD4BEAD2857}"/>
              </a:ext>
            </a:extLst>
          </p:cNvPr>
          <p:cNvSpPr/>
          <p:nvPr/>
        </p:nvSpPr>
        <p:spPr>
          <a:xfrm>
            <a:off x="2880278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DF15FD40-2BD5-BFFC-539E-DE49C4B17A38}"/>
              </a:ext>
            </a:extLst>
          </p:cNvPr>
          <p:cNvSpPr/>
          <p:nvPr/>
        </p:nvSpPr>
        <p:spPr>
          <a:xfrm>
            <a:off x="3299143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CD9318CE-35BF-6F89-260A-D7668AF28501}"/>
              </a:ext>
            </a:extLst>
          </p:cNvPr>
          <p:cNvSpPr/>
          <p:nvPr/>
        </p:nvSpPr>
        <p:spPr>
          <a:xfrm>
            <a:off x="3718007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F183ADB7-62E9-6830-C36D-CA208F808F9C}"/>
              </a:ext>
            </a:extLst>
          </p:cNvPr>
          <p:cNvSpPr/>
          <p:nvPr/>
        </p:nvSpPr>
        <p:spPr>
          <a:xfrm>
            <a:off x="413687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34D8E09B-7E35-FDAE-504C-9FCE5CBBC5E3}"/>
              </a:ext>
            </a:extLst>
          </p:cNvPr>
          <p:cNvSpPr/>
          <p:nvPr/>
        </p:nvSpPr>
        <p:spPr>
          <a:xfrm>
            <a:off x="497460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012CDB58-169F-7AC4-CA86-6E0F592FFBBE}"/>
              </a:ext>
            </a:extLst>
          </p:cNvPr>
          <p:cNvSpPr/>
          <p:nvPr/>
        </p:nvSpPr>
        <p:spPr>
          <a:xfrm>
            <a:off x="3299143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8FF61AD6-990B-BE28-2ED6-FBAA4889D13C}"/>
              </a:ext>
            </a:extLst>
          </p:cNvPr>
          <p:cNvSpPr/>
          <p:nvPr/>
        </p:nvSpPr>
        <p:spPr>
          <a:xfrm>
            <a:off x="371800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04411688-0393-B6AC-CE27-748D40D7E35C}"/>
              </a:ext>
            </a:extLst>
          </p:cNvPr>
          <p:cNvSpPr/>
          <p:nvPr/>
        </p:nvSpPr>
        <p:spPr>
          <a:xfrm>
            <a:off x="4136872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D1A91DC5-89CC-0401-533C-C32FAF578A9F}"/>
              </a:ext>
            </a:extLst>
          </p:cNvPr>
          <p:cNvSpPr/>
          <p:nvPr/>
        </p:nvSpPr>
        <p:spPr>
          <a:xfrm>
            <a:off x="455573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0484EEF4-8D6C-DBB5-DA1A-B8D14655EF3C}"/>
              </a:ext>
            </a:extLst>
          </p:cNvPr>
          <p:cNvSpPr/>
          <p:nvPr/>
        </p:nvSpPr>
        <p:spPr>
          <a:xfrm>
            <a:off x="3718007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418B8861-FD20-3A55-F6B3-D028B7282448}"/>
              </a:ext>
            </a:extLst>
          </p:cNvPr>
          <p:cNvSpPr/>
          <p:nvPr/>
        </p:nvSpPr>
        <p:spPr>
          <a:xfrm>
            <a:off x="413687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0B9B06A1-6466-882C-DF38-70763402AB94}"/>
              </a:ext>
            </a:extLst>
          </p:cNvPr>
          <p:cNvSpPr/>
          <p:nvPr/>
        </p:nvSpPr>
        <p:spPr>
          <a:xfrm>
            <a:off x="497460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4049D7-AD40-D320-669D-3DAA16820728}"/>
              </a:ext>
            </a:extLst>
          </p:cNvPr>
          <p:cNvSpPr txBox="1"/>
          <p:nvPr userDrawn="1"/>
        </p:nvSpPr>
        <p:spPr>
          <a:xfrm rot="16200000">
            <a:off x="3145329" y="4598412"/>
            <a:ext cx="2053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AULAS</a:t>
            </a:r>
            <a:endParaRPr lang="pt-BR" sz="28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0414ECB-82F7-76AD-2260-C5A635888235}"/>
              </a:ext>
            </a:extLst>
          </p:cNvPr>
          <p:cNvSpPr/>
          <p:nvPr/>
        </p:nvSpPr>
        <p:spPr>
          <a:xfrm rot="10800000">
            <a:off x="11602396" y="-50799"/>
            <a:ext cx="690998" cy="6959600"/>
          </a:xfrm>
          <a:custGeom>
            <a:avLst/>
            <a:gdLst>
              <a:gd name="connsiteX0" fmla="*/ 0 w 690998"/>
              <a:gd name="connsiteY0" fmla="*/ 0 h 6959600"/>
              <a:gd name="connsiteX1" fmla="*/ 690998 w 690998"/>
              <a:gd name="connsiteY1" fmla="*/ 0 h 6959600"/>
              <a:gd name="connsiteX2" fmla="*/ 690998 w 690998"/>
              <a:gd name="connsiteY2" fmla="*/ 6959600 h 6959600"/>
              <a:gd name="connsiteX3" fmla="*/ 0 w 690998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3087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é a próxima aul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4A9572F9-64C6-12C1-DFCD-CE286C8C87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46B6C533-74D3-7240-217F-4A026D272E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33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ora é com você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9343F4D2-3A88-37D8-46AC-91EDDC7269EF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BC41D75-7504-3D4B-CA71-9E791356B236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36" name="Gráfico 35">
                <a:extLst>
                  <a:ext uri="{FF2B5EF4-FFF2-40B4-BE49-F238E27FC236}">
                    <a16:creationId xmlns:a16="http://schemas.microsoft.com/office/drawing/2014/main" id="{D5153F55-3066-2835-A3AD-8B11D3CB826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37" name="Gráfico 36">
                <a:extLst>
                  <a:ext uri="{FF2B5EF4-FFF2-40B4-BE49-F238E27FC236}">
                    <a16:creationId xmlns:a16="http://schemas.microsoft.com/office/drawing/2014/main" id="{1C977637-DE55-66C4-892A-E27002555E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38" name="Gráfico 37">
                <a:extLst>
                  <a:ext uri="{FF2B5EF4-FFF2-40B4-BE49-F238E27FC236}">
                    <a16:creationId xmlns:a16="http://schemas.microsoft.com/office/drawing/2014/main" id="{E6C81BCB-D5C1-9227-E556-888DDC8AD6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39" name="Gráfico 13">
                <a:extLst>
                  <a:ext uri="{FF2B5EF4-FFF2-40B4-BE49-F238E27FC236}">
                    <a16:creationId xmlns:a16="http://schemas.microsoft.com/office/drawing/2014/main" id="{83A4D292-BEA6-0C40-0A4E-69186969AB3C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5E428D71-37D2-FAB3-8C44-811935780E58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1" name="Forma Livre: Forma 40">
                  <a:extLst>
                    <a:ext uri="{FF2B5EF4-FFF2-40B4-BE49-F238E27FC236}">
                      <a16:creationId xmlns:a16="http://schemas.microsoft.com/office/drawing/2014/main" id="{56F98761-A884-1345-BA44-38BA96F281EE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2" name="Forma Livre: Forma 41">
                  <a:extLst>
                    <a:ext uri="{FF2B5EF4-FFF2-40B4-BE49-F238E27FC236}">
                      <a16:creationId xmlns:a16="http://schemas.microsoft.com/office/drawing/2014/main" id="{88547D1B-3C62-A3CE-682A-ED66D58F837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3" name="Forma Livre: Forma 42">
                  <a:extLst>
                    <a:ext uri="{FF2B5EF4-FFF2-40B4-BE49-F238E27FC236}">
                      <a16:creationId xmlns:a16="http://schemas.microsoft.com/office/drawing/2014/main" id="{EE774954-3C52-D627-B48A-8B04BC5734AF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4" name="Forma Livre: Forma 43">
                  <a:extLst>
                    <a:ext uri="{FF2B5EF4-FFF2-40B4-BE49-F238E27FC236}">
                      <a16:creationId xmlns:a16="http://schemas.microsoft.com/office/drawing/2014/main" id="{3829DEDB-6A85-F2E1-F446-EFD8F0CE0DE7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5" name="Forma Livre: Forma 44">
                  <a:extLst>
                    <a:ext uri="{FF2B5EF4-FFF2-40B4-BE49-F238E27FC236}">
                      <a16:creationId xmlns:a16="http://schemas.microsoft.com/office/drawing/2014/main" id="{B50412A3-0827-CFAA-B805-65C6D338CE3E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6" name="Forma Livre: Forma 45">
                  <a:extLst>
                    <a:ext uri="{FF2B5EF4-FFF2-40B4-BE49-F238E27FC236}">
                      <a16:creationId xmlns:a16="http://schemas.microsoft.com/office/drawing/2014/main" id="{AB58CBA5-8FDE-F7E8-407E-60C383BDC256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7" name="Forma Livre: Forma 46">
                  <a:extLst>
                    <a:ext uri="{FF2B5EF4-FFF2-40B4-BE49-F238E27FC236}">
                      <a16:creationId xmlns:a16="http://schemas.microsoft.com/office/drawing/2014/main" id="{D0AF8C21-7ABE-21C3-E34D-F1DCB1ED34BD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861AC252-41C8-4171-55CB-E240548C910E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2871E61F-B1B8-A16E-6140-266C5F70ABF9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D0683758-F7B9-B632-FFA6-D2A4E30CC824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8D0C80D-AE6D-50F8-2FF3-40556850030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FD65CE5-6FE3-C3F4-2BE5-0BBCE019616D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158DA370-19DD-BFD8-30DD-B7E8D5D1E46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9EC58F88-96C5-5918-EBBA-1A2122C27351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4CBB45EC-DF1D-E302-C754-2E881484ADC0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DC5C3550-A365-533B-7966-2FE7C8628C09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4BFBCD8-39D7-6DD2-7F45-59FA3EB21688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821085EC-9B4A-DF33-619D-BAB80071E24B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9896FC06-9B37-D270-28DA-4CAFB5C13A9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9DB9C8F-3575-1AA1-28F8-B47F80487A56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0904928-A7FD-728D-9174-6D1C8A1A05FF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4B482946-D843-1AD2-9027-297185B49E67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0D87A1E-5550-270E-CF6F-C28794550F4B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E9686FFB-49CD-AFE5-E21D-FB4FC40A1A5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AE5BCB39-B6A7-493A-4BB9-FF42EE444D16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734E5B32-05A6-0742-C696-AB424D976447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3E190869-E9F4-9A49-7A17-6425F45F94C5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DE22AD32-48D1-FF8F-F3AB-DCF43824F96C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0801C820-01A4-3FB1-F372-E90C91C6B567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6BE80D9D-7321-05B7-17F1-19518FED7313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BDBC62D-4396-D63D-EE94-86D9C828E2CE}"/>
              </a:ext>
            </a:extLst>
          </p:cNvPr>
          <p:cNvSpPr/>
          <p:nvPr/>
        </p:nvSpPr>
        <p:spPr>
          <a:xfrm rot="5400000">
            <a:off x="-1759947" y="1400853"/>
            <a:ext cx="7277103" cy="4056294"/>
          </a:xfrm>
          <a:custGeom>
            <a:avLst/>
            <a:gdLst>
              <a:gd name="connsiteX0" fmla="*/ 0 w 1714500"/>
              <a:gd name="connsiteY0" fmla="*/ 0 h 8080565"/>
              <a:gd name="connsiteX1" fmla="*/ 1714500 w 1714500"/>
              <a:gd name="connsiteY1" fmla="*/ 0 h 8080565"/>
              <a:gd name="connsiteX2" fmla="*/ 1714500 w 1714500"/>
              <a:gd name="connsiteY2" fmla="*/ 8080566 h 8080565"/>
              <a:gd name="connsiteX3" fmla="*/ 0 w 1714500"/>
              <a:gd name="connsiteY3" fmla="*/ 8080566 h 8080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52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62C0455-F813-2840-64DE-CD5A94010219}"/>
              </a:ext>
            </a:extLst>
          </p:cNvPr>
          <p:cNvSpPr/>
          <p:nvPr/>
        </p:nvSpPr>
        <p:spPr>
          <a:xfrm>
            <a:off x="4610101" y="4781550"/>
            <a:ext cx="7951716" cy="1119221"/>
          </a:xfrm>
          <a:custGeom>
            <a:avLst/>
            <a:gdLst>
              <a:gd name="connsiteX0" fmla="*/ 0 w 7295437"/>
              <a:gd name="connsiteY0" fmla="*/ 0 h 1100048"/>
              <a:gd name="connsiteX1" fmla="*/ 863482 w 7295437"/>
              <a:gd name="connsiteY1" fmla="*/ 0 h 1100048"/>
              <a:gd name="connsiteX2" fmla="*/ 863482 w 7295437"/>
              <a:gd name="connsiteY2" fmla="*/ 400006 h 1100048"/>
              <a:gd name="connsiteX3" fmla="*/ 1506941 w 7295437"/>
              <a:gd name="connsiteY3" fmla="*/ 400006 h 1100048"/>
              <a:gd name="connsiteX4" fmla="*/ 1506941 w 7295437"/>
              <a:gd name="connsiteY4" fmla="*/ 1100048 h 1100048"/>
              <a:gd name="connsiteX5" fmla="*/ 7295438 w 7295437"/>
              <a:gd name="connsiteY5" fmla="*/ 1100048 h 110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1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C1B9A27-A084-21DA-6256-0277CAF35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6496" y="4186060"/>
            <a:ext cx="3844772" cy="878331"/>
          </a:xfrm>
          <a:prstGeom prst="rect">
            <a:avLst/>
          </a:prstGeom>
        </p:spPr>
      </p:pic>
      <p:pic>
        <p:nvPicPr>
          <p:cNvPr id="122" name="Gráfico 121">
            <a:extLst>
              <a:ext uri="{FF2B5EF4-FFF2-40B4-BE49-F238E27FC236}">
                <a16:creationId xmlns:a16="http://schemas.microsoft.com/office/drawing/2014/main" id="{C0CAD90B-F993-F375-18A0-52190418BD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38" y="1850882"/>
            <a:ext cx="3823258" cy="2949841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E1499B0F-5D42-2DCC-D648-B35EE5FF29D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17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áfico 29">
            <a:extLst>
              <a:ext uri="{FF2B5EF4-FFF2-40B4-BE49-F238E27FC236}">
                <a16:creationId xmlns:a16="http://schemas.microsoft.com/office/drawing/2014/main" id="{770A4D6C-C74E-1B82-1328-391B54CC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41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 nos conhec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7825A69C-829E-A4DC-7488-B7203D3FE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23F6A1E7-18D2-4681-FA23-97FFDE1182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9ACC391-A03A-C085-D75A-2D75E05E63AB}"/>
              </a:ext>
            </a:extLst>
          </p:cNvPr>
          <p:cNvSpPr/>
          <p:nvPr userDrawn="1"/>
        </p:nvSpPr>
        <p:spPr>
          <a:xfrm>
            <a:off x="9652000" y="2103293"/>
            <a:ext cx="2288371" cy="4734745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n>
                  <a:noFill/>
                </a:ln>
                <a:noFill/>
              </a:rPr>
              <a:t>V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C122421-2897-6C28-EB4C-4DBC4E82F2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287" y="1251862"/>
            <a:ext cx="5341287" cy="473474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76A9CA-D130-8EE1-1C6F-DAE730006AD9}"/>
              </a:ext>
            </a:extLst>
          </p:cNvPr>
          <p:cNvSpPr txBox="1"/>
          <p:nvPr userDrawn="1"/>
        </p:nvSpPr>
        <p:spPr>
          <a:xfrm>
            <a:off x="6782971" y="2185376"/>
            <a:ext cx="45527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VAMOS NOS</a:t>
            </a:r>
            <a:b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</a:b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CONHECER?</a:t>
            </a:r>
            <a:endParaRPr lang="pt-BR" sz="2400">
              <a:solidFill>
                <a:schemeClr val="bg1"/>
              </a:solidFill>
              <a:latin typeface="Gotham Black" pitchFamily="50" charset="0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0792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11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11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18477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6751674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6751674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6751674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-3003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0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176676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63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_remoto/on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2150347" y="5929570"/>
            <a:ext cx="10106740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8" y="5932573"/>
            <a:ext cx="2427288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  <p:sp>
        <p:nvSpPr>
          <p:cNvPr id="22" name="Google Shape;199;p17">
            <a:extLst>
              <a:ext uri="{FF2B5EF4-FFF2-40B4-BE49-F238E27FC236}">
                <a16:creationId xmlns:a16="http://schemas.microsoft.com/office/drawing/2014/main" id="{A8D3FC5A-D1B1-33EB-BE28-5A5964CDDD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86638" y="6282531"/>
            <a:ext cx="7106640" cy="336014"/>
          </a:xfrm>
          <a:prstGeom prst="rect">
            <a:avLst/>
          </a:prstGeom>
          <a:solidFill>
            <a:srgbClr val="292255"/>
          </a:solidFill>
          <a:ln>
            <a:noFill/>
          </a:ln>
        </p:spPr>
        <p:txBody>
          <a:bodyPr lIns="91425" tIns="91425" rIns="91425" bIns="91425" anchor="ctr"/>
          <a:lstStyle>
            <a:lvl1pPr marL="3587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Clr>
                <a:srgbClr val="000000"/>
              </a:buClr>
              <a:buSzPts val="800"/>
              <a:buFont typeface="Arial" panose="020B0604020202020204" pitchFamily="34" charset="0"/>
              <a:buNone/>
            </a:pPr>
            <a:r>
              <a:rPr lang="pt-BR" altLang="pt-BR" sz="1200">
                <a:solidFill>
                  <a:srgbClr val="0DADEA"/>
                </a:solidFill>
                <a:highlight>
                  <a:srgbClr val="292255"/>
                </a:highlight>
                <a:latin typeface="Gotham" pitchFamily="50" charset="0"/>
                <a:sym typeface="Arial" panose="020B0604020202020204" pitchFamily="34" charset="0"/>
              </a:rPr>
              <a:t>CONTEÚDO EXCLUSIVO PARA AULAS EM FORMATO REMOTO/ON-LINE.</a:t>
            </a:r>
          </a:p>
        </p:txBody>
      </p:sp>
      <p:sp>
        <p:nvSpPr>
          <p:cNvPr id="23" name="Google Shape;198;p17">
            <a:extLst>
              <a:ext uri="{FF2B5EF4-FFF2-40B4-BE49-F238E27FC236}">
                <a16:creationId xmlns:a16="http://schemas.microsoft.com/office/drawing/2014/main" id="{0B223BC6-2E80-7257-F6C3-AB2754F140E3}"/>
              </a:ext>
            </a:extLst>
          </p:cNvPr>
          <p:cNvSpPr txBox="1"/>
          <p:nvPr userDrawn="1"/>
        </p:nvSpPr>
        <p:spPr>
          <a:xfrm>
            <a:off x="10377340" y="6225326"/>
            <a:ext cx="1144735" cy="596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defRPr/>
            </a:pPr>
            <a:r>
              <a:rPr lang="pt-BR" sz="1600" b="1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ON</a:t>
            </a:r>
            <a:r>
              <a:rPr lang="pt-BR" sz="1600" b="0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LINE</a:t>
            </a:r>
            <a:endParaRPr sz="1400" b="0">
              <a:solidFill>
                <a:srgbClr val="72E9AD"/>
              </a:solidFill>
              <a:latin typeface="Gotham" pitchFamily="50" charset="0"/>
              <a:ea typeface="Arial"/>
              <a:cs typeface="Arial"/>
              <a:sym typeface="Arial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EB74D48-3CF5-E165-D6B5-475D3429CEA4}"/>
              </a:ext>
            </a:extLst>
          </p:cNvPr>
          <p:cNvSpPr/>
          <p:nvPr userDrawn="1"/>
        </p:nvSpPr>
        <p:spPr>
          <a:xfrm>
            <a:off x="10170017" y="6317821"/>
            <a:ext cx="265435" cy="265435"/>
          </a:xfrm>
          <a:prstGeom prst="ellipse">
            <a:avLst/>
          </a:prstGeom>
          <a:solidFill>
            <a:srgbClr val="72E9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35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54DDA7C-D090-3789-850E-35B5312AA340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id="{FD096F4B-BC4D-41E9-E5A9-0F05E8A7BD53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118" name="Gráfico 117">
                <a:extLst>
                  <a:ext uri="{FF2B5EF4-FFF2-40B4-BE49-F238E27FC236}">
                    <a16:creationId xmlns:a16="http://schemas.microsoft.com/office/drawing/2014/main" id="{7B13A9BD-5608-9509-30A8-9E0081AED08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119" name="Gráfico 118">
                <a:extLst>
                  <a:ext uri="{FF2B5EF4-FFF2-40B4-BE49-F238E27FC236}">
                    <a16:creationId xmlns:a16="http://schemas.microsoft.com/office/drawing/2014/main" id="{77FBABF5-F0AF-B1F8-0BCD-1D84D62C97F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0" name="Gráfico 119">
                <a:extLst>
                  <a:ext uri="{FF2B5EF4-FFF2-40B4-BE49-F238E27FC236}">
                    <a16:creationId xmlns:a16="http://schemas.microsoft.com/office/drawing/2014/main" id="{54583642-3ED8-D3C0-AFE8-64F062759B8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21" name="Gráfico 13">
                <a:extLst>
                  <a:ext uri="{FF2B5EF4-FFF2-40B4-BE49-F238E27FC236}">
                    <a16:creationId xmlns:a16="http://schemas.microsoft.com/office/drawing/2014/main" id="{C5FA32E9-3D74-AB13-CC49-2E7D62215AE2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22" name="Forma Livre: Forma 121">
                  <a:extLst>
                    <a:ext uri="{FF2B5EF4-FFF2-40B4-BE49-F238E27FC236}">
                      <a16:creationId xmlns:a16="http://schemas.microsoft.com/office/drawing/2014/main" id="{919204AB-4C74-D0BE-96ED-EC03292DE237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3" name="Forma Livre: Forma 122">
                  <a:extLst>
                    <a:ext uri="{FF2B5EF4-FFF2-40B4-BE49-F238E27FC236}">
                      <a16:creationId xmlns:a16="http://schemas.microsoft.com/office/drawing/2014/main" id="{0666184E-1868-00AA-32D9-D6F834B458E1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4" name="Forma Livre: Forma 123">
                  <a:extLst>
                    <a:ext uri="{FF2B5EF4-FFF2-40B4-BE49-F238E27FC236}">
                      <a16:creationId xmlns:a16="http://schemas.microsoft.com/office/drawing/2014/main" id="{C20E8F05-4131-BCAB-E2B6-3E85FFC9AA68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5" name="Forma Livre: Forma 124">
                  <a:extLst>
                    <a:ext uri="{FF2B5EF4-FFF2-40B4-BE49-F238E27FC236}">
                      <a16:creationId xmlns:a16="http://schemas.microsoft.com/office/drawing/2014/main" id="{E91836AE-708D-99BE-029D-7BA7615DAC07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6" name="Forma Livre: Forma 125">
                  <a:extLst>
                    <a:ext uri="{FF2B5EF4-FFF2-40B4-BE49-F238E27FC236}">
                      <a16:creationId xmlns:a16="http://schemas.microsoft.com/office/drawing/2014/main" id="{DF07EB3F-31B7-8625-2469-71B99A24B609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7" name="Forma Livre: Forma 126">
                  <a:extLst>
                    <a:ext uri="{FF2B5EF4-FFF2-40B4-BE49-F238E27FC236}">
                      <a16:creationId xmlns:a16="http://schemas.microsoft.com/office/drawing/2014/main" id="{F312BA85-6358-7A4A-79FA-909A9A29071D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8" name="Forma Livre: Forma 127">
                  <a:extLst>
                    <a:ext uri="{FF2B5EF4-FFF2-40B4-BE49-F238E27FC236}">
                      <a16:creationId xmlns:a16="http://schemas.microsoft.com/office/drawing/2014/main" id="{61129525-6A0B-26AE-32AC-2389B22EA9E8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9" name="Forma Livre: Forma 128">
                  <a:extLst>
                    <a:ext uri="{FF2B5EF4-FFF2-40B4-BE49-F238E27FC236}">
                      <a16:creationId xmlns:a16="http://schemas.microsoft.com/office/drawing/2014/main" id="{5C1AD9A4-F043-4FE7-0D21-193C69414BB7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0" name="Forma Livre: Forma 129">
                  <a:extLst>
                    <a:ext uri="{FF2B5EF4-FFF2-40B4-BE49-F238E27FC236}">
                      <a16:creationId xmlns:a16="http://schemas.microsoft.com/office/drawing/2014/main" id="{3279579C-5AA0-40D3-1CA0-6C649FDED3E0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1" name="Forma Livre: Forma 130">
                  <a:extLst>
                    <a:ext uri="{FF2B5EF4-FFF2-40B4-BE49-F238E27FC236}">
                      <a16:creationId xmlns:a16="http://schemas.microsoft.com/office/drawing/2014/main" id="{46F7BA2E-556A-3A17-AC71-F8DADEA56604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86" name="Gráfico 13">
              <a:extLst>
                <a:ext uri="{FF2B5EF4-FFF2-40B4-BE49-F238E27FC236}">
                  <a16:creationId xmlns:a16="http://schemas.microsoft.com/office/drawing/2014/main" id="{77B1D4AD-5B51-D8F8-09D0-D0800E897625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87" name="Forma Livre: Forma 86">
                <a:extLst>
                  <a:ext uri="{FF2B5EF4-FFF2-40B4-BE49-F238E27FC236}">
                    <a16:creationId xmlns:a16="http://schemas.microsoft.com/office/drawing/2014/main" id="{EB07BC3B-EEE0-1102-7FE6-95216DD997A9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8" name="Forma Livre: Forma 87">
                <a:extLst>
                  <a:ext uri="{FF2B5EF4-FFF2-40B4-BE49-F238E27FC236}">
                    <a16:creationId xmlns:a16="http://schemas.microsoft.com/office/drawing/2014/main" id="{54CABCD9-6F0E-732B-31C4-E7604FEC1780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449B05BF-71C7-05E9-9397-D2CBB8F3D3B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2A3EAA7B-C52D-9FCA-20B8-97B93DD1898A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A989FB01-31C1-7001-310F-9F2C0B6D53BD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24314A7-66DB-4973-D8F4-8E3766E36EB4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9485285E-2541-2258-27A7-E0A56B5ECE1E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0264DACF-EC16-484F-7ABD-6CFD49238383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704F5D6E-881B-7735-3B25-AAA45D798AC9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C4C722E8-0472-1284-A5C0-65D4CA390C4B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B5E21C2F-2583-4B15-661F-35B7DC01422B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B1803B37-E16D-3C02-039E-D78EB4CF3A43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A22FC2F4-3A98-DA6A-D390-56F347F8B03A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0DD63A6D-CA63-9707-0FCA-4C8C67A08EF7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8EA3DFA9-BA81-5258-DF69-43046B9D4C1D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38D92D53-AFE6-BF75-D932-7305D02AD663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AB854B52-1740-AD0D-4FFA-AB3A66DF52A4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8201BADE-2213-AC10-7DB4-EDA8482449DD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2A25BF17-2DDC-013E-2211-9502B3BD998C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08C3A734-6AC6-F231-0C6E-5FAFF441736B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CDE0E247-3F13-F244-3AD2-061C34059DFA}"/>
              </a:ext>
            </a:extLst>
          </p:cNvPr>
          <p:cNvGrpSpPr/>
          <p:nvPr userDrawn="1"/>
        </p:nvGrpSpPr>
        <p:grpSpPr>
          <a:xfrm>
            <a:off x="-12862" y="3337738"/>
            <a:ext cx="3919614" cy="2939695"/>
            <a:chOff x="0" y="-110400"/>
            <a:chExt cx="6970800" cy="5228073"/>
          </a:xfrm>
        </p:grpSpPr>
        <p:sp>
          <p:nvSpPr>
            <p:cNvPr id="6" name="Google Shape;513;p25">
              <a:extLst>
                <a:ext uri="{FF2B5EF4-FFF2-40B4-BE49-F238E27FC236}">
                  <a16:creationId xmlns:a16="http://schemas.microsoft.com/office/drawing/2014/main" id="{95DDCC42-B5B5-1FF4-3F3A-63214457E4FD}"/>
                </a:ext>
              </a:extLst>
            </p:cNvPr>
            <p:cNvSpPr/>
            <p:nvPr userDrawn="1"/>
          </p:nvSpPr>
          <p:spPr>
            <a:xfrm rot="-5400000" flipH="1">
              <a:off x="5808364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" name="Google Shape;514;p25">
              <a:extLst>
                <a:ext uri="{FF2B5EF4-FFF2-40B4-BE49-F238E27FC236}">
                  <a16:creationId xmlns:a16="http://schemas.microsoft.com/office/drawing/2014/main" id="{F9A0CA25-594B-8D72-7A7A-F7FD801FA2EB}"/>
                </a:ext>
              </a:extLst>
            </p:cNvPr>
            <p:cNvSpPr/>
            <p:nvPr userDrawn="1"/>
          </p:nvSpPr>
          <p:spPr>
            <a:xfrm flipH="1">
              <a:off x="1161673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" name="Google Shape;515;p25">
              <a:extLst>
                <a:ext uri="{FF2B5EF4-FFF2-40B4-BE49-F238E27FC236}">
                  <a16:creationId xmlns:a16="http://schemas.microsoft.com/office/drawing/2014/main" id="{BB640896-22D7-A6A9-40CD-B998AB16AC06}"/>
                </a:ext>
              </a:extLst>
            </p:cNvPr>
            <p:cNvSpPr/>
            <p:nvPr userDrawn="1"/>
          </p:nvSpPr>
          <p:spPr>
            <a:xfrm flipH="1">
              <a:off x="1742509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9" name="Google Shape;516;p25">
              <a:extLst>
                <a:ext uri="{FF2B5EF4-FFF2-40B4-BE49-F238E27FC236}">
                  <a16:creationId xmlns:a16="http://schemas.microsoft.com/office/drawing/2014/main" id="{B9B3AB8B-40C9-8864-F077-50900E358708}"/>
                </a:ext>
              </a:extLst>
            </p:cNvPr>
            <p:cNvSpPr/>
            <p:nvPr userDrawn="1"/>
          </p:nvSpPr>
          <p:spPr>
            <a:xfrm flipH="1">
              <a:off x="232334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0" name="Google Shape;517;p25">
              <a:extLst>
                <a:ext uri="{FF2B5EF4-FFF2-40B4-BE49-F238E27FC236}">
                  <a16:creationId xmlns:a16="http://schemas.microsoft.com/office/drawing/2014/main" id="{51CDB3B9-53D3-49D1-D9A8-10BF0E7D3B2E}"/>
                </a:ext>
              </a:extLst>
            </p:cNvPr>
            <p:cNvSpPr/>
            <p:nvPr userDrawn="1"/>
          </p:nvSpPr>
          <p:spPr>
            <a:xfrm flipH="1">
              <a:off x="3485019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1" name="Google Shape;518;p25">
              <a:extLst>
                <a:ext uri="{FF2B5EF4-FFF2-40B4-BE49-F238E27FC236}">
                  <a16:creationId xmlns:a16="http://schemas.microsoft.com/office/drawing/2014/main" id="{91969C6D-E304-E445-D0D0-A66A775D6379}"/>
                </a:ext>
              </a:extLst>
            </p:cNvPr>
            <p:cNvSpPr/>
            <p:nvPr userDrawn="1"/>
          </p:nvSpPr>
          <p:spPr>
            <a:xfrm flipH="1">
              <a:off x="290418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2" name="Google Shape;519;p25">
              <a:extLst>
                <a:ext uri="{FF2B5EF4-FFF2-40B4-BE49-F238E27FC236}">
                  <a16:creationId xmlns:a16="http://schemas.microsoft.com/office/drawing/2014/main" id="{D0892DC1-5AC1-1C89-A90E-08917B386931}"/>
                </a:ext>
              </a:extLst>
            </p:cNvPr>
            <p:cNvSpPr/>
            <p:nvPr userDrawn="1"/>
          </p:nvSpPr>
          <p:spPr>
            <a:xfrm flipH="1">
              <a:off x="406585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3" name="Google Shape;520;p25">
              <a:extLst>
                <a:ext uri="{FF2B5EF4-FFF2-40B4-BE49-F238E27FC236}">
                  <a16:creationId xmlns:a16="http://schemas.microsoft.com/office/drawing/2014/main" id="{DB6EFF61-5577-B312-61D0-FC4DDC4C506E}"/>
                </a:ext>
              </a:extLst>
            </p:cNvPr>
            <p:cNvSpPr/>
            <p:nvPr userDrawn="1"/>
          </p:nvSpPr>
          <p:spPr>
            <a:xfrm flipH="1">
              <a:off x="464669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4" name="Google Shape;521;p25">
              <a:extLst>
                <a:ext uri="{FF2B5EF4-FFF2-40B4-BE49-F238E27FC236}">
                  <a16:creationId xmlns:a16="http://schemas.microsoft.com/office/drawing/2014/main" id="{C4A7398D-CAE9-1235-8566-F7DC21384D3E}"/>
                </a:ext>
              </a:extLst>
            </p:cNvPr>
            <p:cNvSpPr/>
            <p:nvPr userDrawn="1"/>
          </p:nvSpPr>
          <p:spPr>
            <a:xfrm flipH="1">
              <a:off x="5227527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5" name="Google Shape;522;p25">
              <a:extLst>
                <a:ext uri="{FF2B5EF4-FFF2-40B4-BE49-F238E27FC236}">
                  <a16:creationId xmlns:a16="http://schemas.microsoft.com/office/drawing/2014/main" id="{A7BD35DC-1E27-729D-CCB5-32FC85E812B3}"/>
                </a:ext>
              </a:extLst>
            </p:cNvPr>
            <p:cNvSpPr/>
            <p:nvPr userDrawn="1"/>
          </p:nvSpPr>
          <p:spPr>
            <a:xfrm flipH="1">
              <a:off x="6389200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6" name="Google Shape;523;p25">
              <a:extLst>
                <a:ext uri="{FF2B5EF4-FFF2-40B4-BE49-F238E27FC236}">
                  <a16:creationId xmlns:a16="http://schemas.microsoft.com/office/drawing/2014/main" id="{3A748A8F-048A-4307-D152-395F9D00022F}"/>
                </a:ext>
              </a:extLst>
            </p:cNvPr>
            <p:cNvSpPr/>
            <p:nvPr userDrawn="1"/>
          </p:nvSpPr>
          <p:spPr>
            <a:xfrm rot="-5400000" flipH="1">
              <a:off x="5808364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7" name="Google Shape;524;p25">
              <a:extLst>
                <a:ext uri="{FF2B5EF4-FFF2-40B4-BE49-F238E27FC236}">
                  <a16:creationId xmlns:a16="http://schemas.microsoft.com/office/drawing/2014/main" id="{C292BBC3-CC2C-1643-4E0B-7E95C5334255}"/>
                </a:ext>
              </a:extLst>
            </p:cNvPr>
            <p:cNvSpPr/>
            <p:nvPr userDrawn="1"/>
          </p:nvSpPr>
          <p:spPr>
            <a:xfrm rot="-5400000" flipH="1">
              <a:off x="5808364" y="337461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8" name="Google Shape;525;p25">
              <a:extLst>
                <a:ext uri="{FF2B5EF4-FFF2-40B4-BE49-F238E27FC236}">
                  <a16:creationId xmlns:a16="http://schemas.microsoft.com/office/drawing/2014/main" id="{C4428854-BACC-AD59-86E7-54DCE10C757B}"/>
                </a:ext>
              </a:extLst>
            </p:cNvPr>
            <p:cNvSpPr/>
            <p:nvPr userDrawn="1"/>
          </p:nvSpPr>
          <p:spPr>
            <a:xfrm rot="-5400000" flipH="1">
              <a:off x="5808364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9" name="Google Shape;526;p25">
              <a:extLst>
                <a:ext uri="{FF2B5EF4-FFF2-40B4-BE49-F238E27FC236}">
                  <a16:creationId xmlns:a16="http://schemas.microsoft.com/office/drawing/2014/main" id="{5D32375A-04C0-1CAC-D90A-293AA70A9225}"/>
                </a:ext>
              </a:extLst>
            </p:cNvPr>
            <p:cNvSpPr/>
            <p:nvPr userDrawn="1"/>
          </p:nvSpPr>
          <p:spPr>
            <a:xfrm rot="-5400000" flipH="1">
              <a:off x="5808364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0" name="Google Shape;527;p25">
              <a:extLst>
                <a:ext uri="{FF2B5EF4-FFF2-40B4-BE49-F238E27FC236}">
                  <a16:creationId xmlns:a16="http://schemas.microsoft.com/office/drawing/2014/main" id="{D7CD2291-AAAF-DEA1-13A2-B680F4D5FF81}"/>
                </a:ext>
              </a:extLst>
            </p:cNvPr>
            <p:cNvSpPr/>
            <p:nvPr userDrawn="1"/>
          </p:nvSpPr>
          <p:spPr>
            <a:xfrm rot="-5400000" flipH="1">
              <a:off x="5808364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1" name="Google Shape;529;p25">
              <a:extLst>
                <a:ext uri="{FF2B5EF4-FFF2-40B4-BE49-F238E27FC236}">
                  <a16:creationId xmlns:a16="http://schemas.microsoft.com/office/drawing/2014/main" id="{5C75CB40-F645-BFA8-E394-9D1D6EFBD099}"/>
                </a:ext>
              </a:extLst>
            </p:cNvPr>
            <p:cNvSpPr/>
            <p:nvPr userDrawn="1"/>
          </p:nvSpPr>
          <p:spPr>
            <a:xfrm flipH="1">
              <a:off x="580836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2" name="Google Shape;530;p25">
              <a:extLst>
                <a:ext uri="{FF2B5EF4-FFF2-40B4-BE49-F238E27FC236}">
                  <a16:creationId xmlns:a16="http://schemas.microsoft.com/office/drawing/2014/main" id="{AC162E56-DDEA-7A6E-BE24-C273AA2D8596}"/>
                </a:ext>
              </a:extLst>
            </p:cNvPr>
            <p:cNvSpPr/>
            <p:nvPr userDrawn="1"/>
          </p:nvSpPr>
          <p:spPr>
            <a:xfrm flipH="1">
              <a:off x="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3" name="Google Shape;531;p25">
              <a:extLst>
                <a:ext uri="{FF2B5EF4-FFF2-40B4-BE49-F238E27FC236}">
                  <a16:creationId xmlns:a16="http://schemas.microsoft.com/office/drawing/2014/main" id="{88D87A6D-EDB1-3453-334C-D4980EBD4B84}"/>
                </a:ext>
              </a:extLst>
            </p:cNvPr>
            <p:cNvSpPr/>
            <p:nvPr userDrawn="1"/>
          </p:nvSpPr>
          <p:spPr>
            <a:xfrm flipH="1">
              <a:off x="1161673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4" name="Google Shape;532;p25">
              <a:extLst>
                <a:ext uri="{FF2B5EF4-FFF2-40B4-BE49-F238E27FC236}">
                  <a16:creationId xmlns:a16="http://schemas.microsoft.com/office/drawing/2014/main" id="{3917D1AF-F46E-00E2-700D-3DA48D8D8705}"/>
                </a:ext>
              </a:extLst>
            </p:cNvPr>
            <p:cNvSpPr/>
            <p:nvPr userDrawn="1"/>
          </p:nvSpPr>
          <p:spPr>
            <a:xfrm flipH="1">
              <a:off x="174250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5" name="Google Shape;533;p25">
              <a:extLst>
                <a:ext uri="{FF2B5EF4-FFF2-40B4-BE49-F238E27FC236}">
                  <a16:creationId xmlns:a16="http://schemas.microsoft.com/office/drawing/2014/main" id="{D298A86E-2084-78D4-0DA7-54FF0929A90F}"/>
                </a:ext>
              </a:extLst>
            </p:cNvPr>
            <p:cNvSpPr/>
            <p:nvPr userDrawn="1"/>
          </p:nvSpPr>
          <p:spPr>
            <a:xfrm flipH="1">
              <a:off x="2323345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6" name="Google Shape;534;p25">
              <a:extLst>
                <a:ext uri="{FF2B5EF4-FFF2-40B4-BE49-F238E27FC236}">
                  <a16:creationId xmlns:a16="http://schemas.microsoft.com/office/drawing/2014/main" id="{26EFB168-A167-F673-D537-1AFE49DE5A23}"/>
                </a:ext>
              </a:extLst>
            </p:cNvPr>
            <p:cNvSpPr/>
            <p:nvPr userDrawn="1"/>
          </p:nvSpPr>
          <p:spPr>
            <a:xfrm flipH="1">
              <a:off x="348501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7" name="Google Shape;535;p25">
              <a:extLst>
                <a:ext uri="{FF2B5EF4-FFF2-40B4-BE49-F238E27FC236}">
                  <a16:creationId xmlns:a16="http://schemas.microsoft.com/office/drawing/2014/main" id="{12ED2417-5889-A413-67B0-1A83A0274504}"/>
                </a:ext>
              </a:extLst>
            </p:cNvPr>
            <p:cNvSpPr/>
            <p:nvPr userDrawn="1"/>
          </p:nvSpPr>
          <p:spPr>
            <a:xfrm flipH="1">
              <a:off x="2904181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8" name="Google Shape;536;p25">
              <a:extLst>
                <a:ext uri="{FF2B5EF4-FFF2-40B4-BE49-F238E27FC236}">
                  <a16:creationId xmlns:a16="http://schemas.microsoft.com/office/drawing/2014/main" id="{34AD3A98-6285-C513-8AA0-44D6AD7D378D}"/>
                </a:ext>
              </a:extLst>
            </p:cNvPr>
            <p:cNvSpPr/>
            <p:nvPr userDrawn="1"/>
          </p:nvSpPr>
          <p:spPr>
            <a:xfrm flipH="1">
              <a:off x="5227527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9" name="Google Shape;537;p25">
              <a:extLst>
                <a:ext uri="{FF2B5EF4-FFF2-40B4-BE49-F238E27FC236}">
                  <a16:creationId xmlns:a16="http://schemas.microsoft.com/office/drawing/2014/main" id="{60906219-8940-A117-4F19-B06CC01C0B73}"/>
                </a:ext>
              </a:extLst>
            </p:cNvPr>
            <p:cNvSpPr/>
            <p:nvPr userDrawn="1"/>
          </p:nvSpPr>
          <p:spPr>
            <a:xfrm flipH="1">
              <a:off x="638920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0" name="Google Shape;538;p25">
              <a:extLst>
                <a:ext uri="{FF2B5EF4-FFF2-40B4-BE49-F238E27FC236}">
                  <a16:creationId xmlns:a16="http://schemas.microsoft.com/office/drawing/2014/main" id="{A8C4EA85-56D0-5C48-1A3B-6774CBA614DA}"/>
                </a:ext>
              </a:extLst>
            </p:cNvPr>
            <p:cNvSpPr/>
            <p:nvPr userDrawn="1"/>
          </p:nvSpPr>
          <p:spPr>
            <a:xfrm flipH="1">
              <a:off x="580836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1" name="Google Shape;539;p25">
              <a:extLst>
                <a:ext uri="{FF2B5EF4-FFF2-40B4-BE49-F238E27FC236}">
                  <a16:creationId xmlns:a16="http://schemas.microsoft.com/office/drawing/2014/main" id="{29E7E1A6-2DA3-37E9-D1FA-9415D33CAF76}"/>
                </a:ext>
              </a:extLst>
            </p:cNvPr>
            <p:cNvSpPr/>
            <p:nvPr userDrawn="1"/>
          </p:nvSpPr>
          <p:spPr>
            <a:xfrm flipH="1">
              <a:off x="1161673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2" name="Google Shape;540;p25">
              <a:extLst>
                <a:ext uri="{FF2B5EF4-FFF2-40B4-BE49-F238E27FC236}">
                  <a16:creationId xmlns:a16="http://schemas.microsoft.com/office/drawing/2014/main" id="{F7159DA3-0507-CFAF-7CEF-2260F67031DA}"/>
                </a:ext>
              </a:extLst>
            </p:cNvPr>
            <p:cNvSpPr/>
            <p:nvPr userDrawn="1"/>
          </p:nvSpPr>
          <p:spPr>
            <a:xfrm flipH="1">
              <a:off x="174250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3" name="Google Shape;541;p25">
              <a:extLst>
                <a:ext uri="{FF2B5EF4-FFF2-40B4-BE49-F238E27FC236}">
                  <a16:creationId xmlns:a16="http://schemas.microsoft.com/office/drawing/2014/main" id="{89774FA1-7581-ECCF-DBF9-9AD5CB9E5176}"/>
                </a:ext>
              </a:extLst>
            </p:cNvPr>
            <p:cNvSpPr/>
            <p:nvPr userDrawn="1"/>
          </p:nvSpPr>
          <p:spPr>
            <a:xfrm flipH="1">
              <a:off x="232334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4" name="Google Shape;542;p25">
              <a:extLst>
                <a:ext uri="{FF2B5EF4-FFF2-40B4-BE49-F238E27FC236}">
                  <a16:creationId xmlns:a16="http://schemas.microsoft.com/office/drawing/2014/main" id="{21CE9C35-0C70-D572-D5AB-D26F9D511EA7}"/>
                </a:ext>
              </a:extLst>
            </p:cNvPr>
            <p:cNvSpPr/>
            <p:nvPr userDrawn="1"/>
          </p:nvSpPr>
          <p:spPr>
            <a:xfrm flipH="1">
              <a:off x="348501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5" name="Google Shape;543;p25">
              <a:extLst>
                <a:ext uri="{FF2B5EF4-FFF2-40B4-BE49-F238E27FC236}">
                  <a16:creationId xmlns:a16="http://schemas.microsoft.com/office/drawing/2014/main" id="{CEF7B325-D3D3-D616-0E03-26EC074D5403}"/>
                </a:ext>
              </a:extLst>
            </p:cNvPr>
            <p:cNvSpPr/>
            <p:nvPr userDrawn="1"/>
          </p:nvSpPr>
          <p:spPr>
            <a:xfrm flipH="1">
              <a:off x="290418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6" name="Google Shape;544;p25">
              <a:extLst>
                <a:ext uri="{FF2B5EF4-FFF2-40B4-BE49-F238E27FC236}">
                  <a16:creationId xmlns:a16="http://schemas.microsoft.com/office/drawing/2014/main" id="{A0DC24F7-3982-E6B1-F977-762E0D5B2C6E}"/>
                </a:ext>
              </a:extLst>
            </p:cNvPr>
            <p:cNvSpPr/>
            <p:nvPr userDrawn="1"/>
          </p:nvSpPr>
          <p:spPr>
            <a:xfrm flipH="1">
              <a:off x="406585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7" name="Google Shape;545;p25">
              <a:extLst>
                <a:ext uri="{FF2B5EF4-FFF2-40B4-BE49-F238E27FC236}">
                  <a16:creationId xmlns:a16="http://schemas.microsoft.com/office/drawing/2014/main" id="{1D3B4775-59D1-9DCC-F7DE-6D318759AF4C}"/>
                </a:ext>
              </a:extLst>
            </p:cNvPr>
            <p:cNvSpPr/>
            <p:nvPr userDrawn="1"/>
          </p:nvSpPr>
          <p:spPr>
            <a:xfrm flipH="1">
              <a:off x="464669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8" name="Google Shape;546;p25">
              <a:extLst>
                <a:ext uri="{FF2B5EF4-FFF2-40B4-BE49-F238E27FC236}">
                  <a16:creationId xmlns:a16="http://schemas.microsoft.com/office/drawing/2014/main" id="{28472B02-28A9-120E-5FCF-E22490B91CAE}"/>
                </a:ext>
              </a:extLst>
            </p:cNvPr>
            <p:cNvSpPr/>
            <p:nvPr userDrawn="1"/>
          </p:nvSpPr>
          <p:spPr>
            <a:xfrm flipH="1">
              <a:off x="580836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9" name="Google Shape;547;p25">
              <a:extLst>
                <a:ext uri="{FF2B5EF4-FFF2-40B4-BE49-F238E27FC236}">
                  <a16:creationId xmlns:a16="http://schemas.microsoft.com/office/drawing/2014/main" id="{356A1A78-77FB-9ED5-201C-AD5CBDCAF1CF}"/>
                </a:ext>
              </a:extLst>
            </p:cNvPr>
            <p:cNvSpPr/>
            <p:nvPr userDrawn="1"/>
          </p:nvSpPr>
          <p:spPr>
            <a:xfrm flipH="1">
              <a:off x="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0" name="Google Shape;548;p25">
              <a:extLst>
                <a:ext uri="{FF2B5EF4-FFF2-40B4-BE49-F238E27FC236}">
                  <a16:creationId xmlns:a16="http://schemas.microsoft.com/office/drawing/2014/main" id="{A7D2E5FA-42D2-7227-5890-A4CCF0C070BF}"/>
                </a:ext>
              </a:extLst>
            </p:cNvPr>
            <p:cNvSpPr/>
            <p:nvPr userDrawn="1"/>
          </p:nvSpPr>
          <p:spPr>
            <a:xfrm flipH="1">
              <a:off x="1161673" y="221294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1" name="Google Shape;549;p25">
              <a:extLst>
                <a:ext uri="{FF2B5EF4-FFF2-40B4-BE49-F238E27FC236}">
                  <a16:creationId xmlns:a16="http://schemas.microsoft.com/office/drawing/2014/main" id="{65AD969F-E34E-796E-212A-5B091788D349}"/>
                </a:ext>
              </a:extLst>
            </p:cNvPr>
            <p:cNvSpPr/>
            <p:nvPr userDrawn="1"/>
          </p:nvSpPr>
          <p:spPr>
            <a:xfrm flipH="1">
              <a:off x="174250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2" name="Google Shape;550;p25">
              <a:extLst>
                <a:ext uri="{FF2B5EF4-FFF2-40B4-BE49-F238E27FC236}">
                  <a16:creationId xmlns:a16="http://schemas.microsoft.com/office/drawing/2014/main" id="{A7A23CFB-5CF8-E246-72D1-AC12B84C8E01}"/>
                </a:ext>
              </a:extLst>
            </p:cNvPr>
            <p:cNvSpPr/>
            <p:nvPr userDrawn="1"/>
          </p:nvSpPr>
          <p:spPr>
            <a:xfrm flipH="1">
              <a:off x="232334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3" name="Google Shape;551;p25">
              <a:extLst>
                <a:ext uri="{FF2B5EF4-FFF2-40B4-BE49-F238E27FC236}">
                  <a16:creationId xmlns:a16="http://schemas.microsoft.com/office/drawing/2014/main" id="{2AA08A41-67CA-7A46-B916-FE8D32F7021C}"/>
                </a:ext>
              </a:extLst>
            </p:cNvPr>
            <p:cNvSpPr/>
            <p:nvPr userDrawn="1"/>
          </p:nvSpPr>
          <p:spPr>
            <a:xfrm flipH="1">
              <a:off x="348501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4" name="Google Shape;552;p25">
              <a:extLst>
                <a:ext uri="{FF2B5EF4-FFF2-40B4-BE49-F238E27FC236}">
                  <a16:creationId xmlns:a16="http://schemas.microsoft.com/office/drawing/2014/main" id="{C637FE7D-A435-EF7B-13AC-017A97B7D90D}"/>
                </a:ext>
              </a:extLst>
            </p:cNvPr>
            <p:cNvSpPr/>
            <p:nvPr userDrawn="1"/>
          </p:nvSpPr>
          <p:spPr>
            <a:xfrm flipH="1">
              <a:off x="290418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5" name="Google Shape;553;p25">
              <a:extLst>
                <a:ext uri="{FF2B5EF4-FFF2-40B4-BE49-F238E27FC236}">
                  <a16:creationId xmlns:a16="http://schemas.microsoft.com/office/drawing/2014/main" id="{B24FE7E4-7CEE-3D97-4DDD-4044BBA3036E}"/>
                </a:ext>
              </a:extLst>
            </p:cNvPr>
            <p:cNvSpPr/>
            <p:nvPr userDrawn="1"/>
          </p:nvSpPr>
          <p:spPr>
            <a:xfrm flipH="1">
              <a:off x="406585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6" name="Google Shape;554;p25">
              <a:extLst>
                <a:ext uri="{FF2B5EF4-FFF2-40B4-BE49-F238E27FC236}">
                  <a16:creationId xmlns:a16="http://schemas.microsoft.com/office/drawing/2014/main" id="{E6343328-EAE2-9433-F25B-8902EB5FF091}"/>
                </a:ext>
              </a:extLst>
            </p:cNvPr>
            <p:cNvSpPr/>
            <p:nvPr userDrawn="1"/>
          </p:nvSpPr>
          <p:spPr>
            <a:xfrm flipH="1">
              <a:off x="464669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7" name="Google Shape;555;p25">
              <a:extLst>
                <a:ext uri="{FF2B5EF4-FFF2-40B4-BE49-F238E27FC236}">
                  <a16:creationId xmlns:a16="http://schemas.microsoft.com/office/drawing/2014/main" id="{6666D6B8-26FA-65E4-7CD5-D58FD8CE854B}"/>
                </a:ext>
              </a:extLst>
            </p:cNvPr>
            <p:cNvSpPr/>
            <p:nvPr userDrawn="1"/>
          </p:nvSpPr>
          <p:spPr>
            <a:xfrm flipH="1">
              <a:off x="5227527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8" name="Google Shape;556;p25">
              <a:extLst>
                <a:ext uri="{FF2B5EF4-FFF2-40B4-BE49-F238E27FC236}">
                  <a16:creationId xmlns:a16="http://schemas.microsoft.com/office/drawing/2014/main" id="{0A71215C-1B62-14D9-CF71-EBD357537CB1}"/>
                </a:ext>
              </a:extLst>
            </p:cNvPr>
            <p:cNvSpPr/>
            <p:nvPr userDrawn="1"/>
          </p:nvSpPr>
          <p:spPr>
            <a:xfrm flipH="1">
              <a:off x="638920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9" name="Google Shape;557;p25">
              <a:extLst>
                <a:ext uri="{FF2B5EF4-FFF2-40B4-BE49-F238E27FC236}">
                  <a16:creationId xmlns:a16="http://schemas.microsoft.com/office/drawing/2014/main" id="{B796E792-2207-6276-36D3-743D88169828}"/>
                </a:ext>
              </a:extLst>
            </p:cNvPr>
            <p:cNvSpPr/>
            <p:nvPr userDrawn="1"/>
          </p:nvSpPr>
          <p:spPr>
            <a:xfrm flipH="1">
              <a:off x="580836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0" name="Google Shape;558;p25">
              <a:extLst>
                <a:ext uri="{FF2B5EF4-FFF2-40B4-BE49-F238E27FC236}">
                  <a16:creationId xmlns:a16="http://schemas.microsoft.com/office/drawing/2014/main" id="{95200DC3-1F56-CB35-EA5B-9F8B9F0D5079}"/>
                </a:ext>
              </a:extLst>
            </p:cNvPr>
            <p:cNvSpPr/>
            <p:nvPr userDrawn="1"/>
          </p:nvSpPr>
          <p:spPr>
            <a:xfrm flipH="1">
              <a:off x="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1" name="Google Shape;559;p25">
              <a:extLst>
                <a:ext uri="{FF2B5EF4-FFF2-40B4-BE49-F238E27FC236}">
                  <a16:creationId xmlns:a16="http://schemas.microsoft.com/office/drawing/2014/main" id="{24E3AA19-1DCE-6ED2-B6EA-ABCCEFE16B27}"/>
                </a:ext>
              </a:extLst>
            </p:cNvPr>
            <p:cNvSpPr/>
            <p:nvPr userDrawn="1"/>
          </p:nvSpPr>
          <p:spPr>
            <a:xfrm flipH="1">
              <a:off x="1161673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2" name="Google Shape;560;p25">
              <a:extLst>
                <a:ext uri="{FF2B5EF4-FFF2-40B4-BE49-F238E27FC236}">
                  <a16:creationId xmlns:a16="http://schemas.microsoft.com/office/drawing/2014/main" id="{D9946ECB-CE14-DF21-70E3-EC1AD8F30D1B}"/>
                </a:ext>
              </a:extLst>
            </p:cNvPr>
            <p:cNvSpPr/>
            <p:nvPr userDrawn="1"/>
          </p:nvSpPr>
          <p:spPr>
            <a:xfrm flipH="1">
              <a:off x="174250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3" name="Google Shape;561;p25">
              <a:extLst>
                <a:ext uri="{FF2B5EF4-FFF2-40B4-BE49-F238E27FC236}">
                  <a16:creationId xmlns:a16="http://schemas.microsoft.com/office/drawing/2014/main" id="{B1E99D45-97A5-C137-AAD0-681FE29FD711}"/>
                </a:ext>
              </a:extLst>
            </p:cNvPr>
            <p:cNvSpPr/>
            <p:nvPr userDrawn="1"/>
          </p:nvSpPr>
          <p:spPr>
            <a:xfrm flipH="1">
              <a:off x="232334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4" name="Google Shape;562;p25">
              <a:extLst>
                <a:ext uri="{FF2B5EF4-FFF2-40B4-BE49-F238E27FC236}">
                  <a16:creationId xmlns:a16="http://schemas.microsoft.com/office/drawing/2014/main" id="{6DEC9C0D-4205-C7D9-4ACD-385F26385712}"/>
                </a:ext>
              </a:extLst>
            </p:cNvPr>
            <p:cNvSpPr/>
            <p:nvPr userDrawn="1"/>
          </p:nvSpPr>
          <p:spPr>
            <a:xfrm flipH="1">
              <a:off x="348501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5" name="Google Shape;563;p25">
              <a:extLst>
                <a:ext uri="{FF2B5EF4-FFF2-40B4-BE49-F238E27FC236}">
                  <a16:creationId xmlns:a16="http://schemas.microsoft.com/office/drawing/2014/main" id="{7B6EA146-CBE1-8CD1-3922-198DB2B86D59}"/>
                </a:ext>
              </a:extLst>
            </p:cNvPr>
            <p:cNvSpPr/>
            <p:nvPr userDrawn="1"/>
          </p:nvSpPr>
          <p:spPr>
            <a:xfrm flipH="1">
              <a:off x="2904181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6" name="Google Shape;564;p25">
              <a:extLst>
                <a:ext uri="{FF2B5EF4-FFF2-40B4-BE49-F238E27FC236}">
                  <a16:creationId xmlns:a16="http://schemas.microsoft.com/office/drawing/2014/main" id="{5EDC3CA3-9D45-A070-8737-B610372F5BDC}"/>
                </a:ext>
              </a:extLst>
            </p:cNvPr>
            <p:cNvSpPr/>
            <p:nvPr userDrawn="1"/>
          </p:nvSpPr>
          <p:spPr>
            <a:xfrm flipH="1">
              <a:off x="406585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7" name="Google Shape;565;p25">
              <a:extLst>
                <a:ext uri="{FF2B5EF4-FFF2-40B4-BE49-F238E27FC236}">
                  <a16:creationId xmlns:a16="http://schemas.microsoft.com/office/drawing/2014/main" id="{59088B1E-8667-CCD1-E200-72FD3F1F7DF5}"/>
                </a:ext>
              </a:extLst>
            </p:cNvPr>
            <p:cNvSpPr/>
            <p:nvPr userDrawn="1"/>
          </p:nvSpPr>
          <p:spPr>
            <a:xfrm flipH="1">
              <a:off x="4646691" y="1632109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8" name="Google Shape;566;p25">
              <a:extLst>
                <a:ext uri="{FF2B5EF4-FFF2-40B4-BE49-F238E27FC236}">
                  <a16:creationId xmlns:a16="http://schemas.microsoft.com/office/drawing/2014/main" id="{8A0809E7-C25D-4333-0B34-D993A675A20C}"/>
                </a:ext>
              </a:extLst>
            </p:cNvPr>
            <p:cNvSpPr/>
            <p:nvPr userDrawn="1"/>
          </p:nvSpPr>
          <p:spPr>
            <a:xfrm flipH="1">
              <a:off x="5227527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9" name="Google Shape;567;p25">
              <a:extLst>
                <a:ext uri="{FF2B5EF4-FFF2-40B4-BE49-F238E27FC236}">
                  <a16:creationId xmlns:a16="http://schemas.microsoft.com/office/drawing/2014/main" id="{73FB9732-E3A3-DC64-542A-997BEB6E3591}"/>
                </a:ext>
              </a:extLst>
            </p:cNvPr>
            <p:cNvSpPr/>
            <p:nvPr userDrawn="1"/>
          </p:nvSpPr>
          <p:spPr>
            <a:xfrm flipH="1">
              <a:off x="638920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0" name="Google Shape;568;p25">
              <a:extLst>
                <a:ext uri="{FF2B5EF4-FFF2-40B4-BE49-F238E27FC236}">
                  <a16:creationId xmlns:a16="http://schemas.microsoft.com/office/drawing/2014/main" id="{E7FE33CF-67C4-F25D-D221-C2932729E7A9}"/>
                </a:ext>
              </a:extLst>
            </p:cNvPr>
            <p:cNvSpPr/>
            <p:nvPr userDrawn="1"/>
          </p:nvSpPr>
          <p:spPr>
            <a:xfrm flipH="1">
              <a:off x="580836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1" name="Google Shape;569;p25">
              <a:extLst>
                <a:ext uri="{FF2B5EF4-FFF2-40B4-BE49-F238E27FC236}">
                  <a16:creationId xmlns:a16="http://schemas.microsoft.com/office/drawing/2014/main" id="{7C5276C7-DABE-9014-E72D-863B87581919}"/>
                </a:ext>
              </a:extLst>
            </p:cNvPr>
            <p:cNvSpPr/>
            <p:nvPr userDrawn="1"/>
          </p:nvSpPr>
          <p:spPr>
            <a:xfrm flipH="1">
              <a:off x="1161673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2" name="Google Shape;570;p25">
              <a:extLst>
                <a:ext uri="{FF2B5EF4-FFF2-40B4-BE49-F238E27FC236}">
                  <a16:creationId xmlns:a16="http://schemas.microsoft.com/office/drawing/2014/main" id="{1B362B01-F223-3695-2EE7-C114A00BADA4}"/>
                </a:ext>
              </a:extLst>
            </p:cNvPr>
            <p:cNvSpPr/>
            <p:nvPr userDrawn="1"/>
          </p:nvSpPr>
          <p:spPr>
            <a:xfrm flipH="1">
              <a:off x="174250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3" name="Google Shape;571;p25">
              <a:extLst>
                <a:ext uri="{FF2B5EF4-FFF2-40B4-BE49-F238E27FC236}">
                  <a16:creationId xmlns:a16="http://schemas.microsoft.com/office/drawing/2014/main" id="{9F8E3514-4653-E55A-E309-3337FD29A7A2}"/>
                </a:ext>
              </a:extLst>
            </p:cNvPr>
            <p:cNvSpPr/>
            <p:nvPr userDrawn="1"/>
          </p:nvSpPr>
          <p:spPr>
            <a:xfrm flipH="1">
              <a:off x="2323345" y="1051273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4" name="Google Shape;572;p25">
              <a:extLst>
                <a:ext uri="{FF2B5EF4-FFF2-40B4-BE49-F238E27FC236}">
                  <a16:creationId xmlns:a16="http://schemas.microsoft.com/office/drawing/2014/main" id="{418BD376-20BE-FDCD-00DA-7A363839A007}"/>
                </a:ext>
              </a:extLst>
            </p:cNvPr>
            <p:cNvSpPr/>
            <p:nvPr userDrawn="1"/>
          </p:nvSpPr>
          <p:spPr>
            <a:xfrm flipH="1">
              <a:off x="348501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5" name="Google Shape;573;p25">
              <a:extLst>
                <a:ext uri="{FF2B5EF4-FFF2-40B4-BE49-F238E27FC236}">
                  <a16:creationId xmlns:a16="http://schemas.microsoft.com/office/drawing/2014/main" id="{B608C363-89FD-E5FF-6E0E-6EAD8C98F0FE}"/>
                </a:ext>
              </a:extLst>
            </p:cNvPr>
            <p:cNvSpPr/>
            <p:nvPr userDrawn="1"/>
          </p:nvSpPr>
          <p:spPr>
            <a:xfrm flipH="1">
              <a:off x="290418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6" name="Google Shape;574;p25">
              <a:extLst>
                <a:ext uri="{FF2B5EF4-FFF2-40B4-BE49-F238E27FC236}">
                  <a16:creationId xmlns:a16="http://schemas.microsoft.com/office/drawing/2014/main" id="{2EF24001-885F-9AA0-FCA6-151D08719B44}"/>
                </a:ext>
              </a:extLst>
            </p:cNvPr>
            <p:cNvSpPr/>
            <p:nvPr userDrawn="1"/>
          </p:nvSpPr>
          <p:spPr>
            <a:xfrm flipH="1">
              <a:off x="4065855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7" name="Google Shape;575;p25">
              <a:extLst>
                <a:ext uri="{FF2B5EF4-FFF2-40B4-BE49-F238E27FC236}">
                  <a16:creationId xmlns:a16="http://schemas.microsoft.com/office/drawing/2014/main" id="{5929DF9D-2558-6925-C45F-EBFD203A1BF2}"/>
                </a:ext>
              </a:extLst>
            </p:cNvPr>
            <p:cNvSpPr/>
            <p:nvPr userDrawn="1"/>
          </p:nvSpPr>
          <p:spPr>
            <a:xfrm flipH="1">
              <a:off x="464669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8" name="Google Shape;576;p25">
              <a:extLst>
                <a:ext uri="{FF2B5EF4-FFF2-40B4-BE49-F238E27FC236}">
                  <a16:creationId xmlns:a16="http://schemas.microsoft.com/office/drawing/2014/main" id="{9C511C04-9DF4-70DF-D320-9946680BB8E4}"/>
                </a:ext>
              </a:extLst>
            </p:cNvPr>
            <p:cNvSpPr/>
            <p:nvPr userDrawn="1"/>
          </p:nvSpPr>
          <p:spPr>
            <a:xfrm flipH="1">
              <a:off x="5227527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9" name="Google Shape;577;p25">
              <a:extLst>
                <a:ext uri="{FF2B5EF4-FFF2-40B4-BE49-F238E27FC236}">
                  <a16:creationId xmlns:a16="http://schemas.microsoft.com/office/drawing/2014/main" id="{07FAC934-25D0-8E91-6C1E-3EC017F424D6}"/>
                </a:ext>
              </a:extLst>
            </p:cNvPr>
            <p:cNvSpPr/>
            <p:nvPr userDrawn="1"/>
          </p:nvSpPr>
          <p:spPr>
            <a:xfrm flipH="1">
              <a:off x="1161673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0" name="Google Shape;578;p25">
              <a:extLst>
                <a:ext uri="{FF2B5EF4-FFF2-40B4-BE49-F238E27FC236}">
                  <a16:creationId xmlns:a16="http://schemas.microsoft.com/office/drawing/2014/main" id="{2E4119EF-C950-DE5D-2678-17905874E195}"/>
                </a:ext>
              </a:extLst>
            </p:cNvPr>
            <p:cNvSpPr/>
            <p:nvPr userDrawn="1"/>
          </p:nvSpPr>
          <p:spPr>
            <a:xfrm flipH="1">
              <a:off x="174250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1" name="Google Shape;579;p25">
              <a:extLst>
                <a:ext uri="{FF2B5EF4-FFF2-40B4-BE49-F238E27FC236}">
                  <a16:creationId xmlns:a16="http://schemas.microsoft.com/office/drawing/2014/main" id="{9AAD568A-99F8-CF14-6418-A1A3E9257424}"/>
                </a:ext>
              </a:extLst>
            </p:cNvPr>
            <p:cNvSpPr/>
            <p:nvPr userDrawn="1"/>
          </p:nvSpPr>
          <p:spPr>
            <a:xfrm flipH="1">
              <a:off x="232334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2" name="Google Shape;580;p25">
              <a:extLst>
                <a:ext uri="{FF2B5EF4-FFF2-40B4-BE49-F238E27FC236}">
                  <a16:creationId xmlns:a16="http://schemas.microsoft.com/office/drawing/2014/main" id="{240BA7BF-EFC1-6EA2-0E07-51951AD7199F}"/>
                </a:ext>
              </a:extLst>
            </p:cNvPr>
            <p:cNvSpPr/>
            <p:nvPr userDrawn="1"/>
          </p:nvSpPr>
          <p:spPr>
            <a:xfrm flipH="1">
              <a:off x="348501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3" name="Google Shape;581;p25">
              <a:extLst>
                <a:ext uri="{FF2B5EF4-FFF2-40B4-BE49-F238E27FC236}">
                  <a16:creationId xmlns:a16="http://schemas.microsoft.com/office/drawing/2014/main" id="{C7C03F45-C30E-01DF-4A03-34C26E19E6DD}"/>
                </a:ext>
              </a:extLst>
            </p:cNvPr>
            <p:cNvSpPr/>
            <p:nvPr userDrawn="1"/>
          </p:nvSpPr>
          <p:spPr>
            <a:xfrm flipH="1">
              <a:off x="290418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4" name="Google Shape;582;p25">
              <a:extLst>
                <a:ext uri="{FF2B5EF4-FFF2-40B4-BE49-F238E27FC236}">
                  <a16:creationId xmlns:a16="http://schemas.microsoft.com/office/drawing/2014/main" id="{E14A1988-F189-F4E6-FCA5-23CABE6589A2}"/>
                </a:ext>
              </a:extLst>
            </p:cNvPr>
            <p:cNvSpPr/>
            <p:nvPr userDrawn="1"/>
          </p:nvSpPr>
          <p:spPr>
            <a:xfrm flipH="1">
              <a:off x="406585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5" name="Google Shape;583;p25">
              <a:extLst>
                <a:ext uri="{FF2B5EF4-FFF2-40B4-BE49-F238E27FC236}">
                  <a16:creationId xmlns:a16="http://schemas.microsoft.com/office/drawing/2014/main" id="{E0F53954-4D46-5535-5B04-1FD5E6CFC928}"/>
                </a:ext>
              </a:extLst>
            </p:cNvPr>
            <p:cNvSpPr/>
            <p:nvPr userDrawn="1"/>
          </p:nvSpPr>
          <p:spPr>
            <a:xfrm flipH="1">
              <a:off x="464669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6" name="Google Shape;584;p25">
              <a:extLst>
                <a:ext uri="{FF2B5EF4-FFF2-40B4-BE49-F238E27FC236}">
                  <a16:creationId xmlns:a16="http://schemas.microsoft.com/office/drawing/2014/main" id="{3722B187-8C12-BDC8-3033-2B547ECD80ED}"/>
                </a:ext>
              </a:extLst>
            </p:cNvPr>
            <p:cNvSpPr/>
            <p:nvPr userDrawn="1"/>
          </p:nvSpPr>
          <p:spPr>
            <a:xfrm flipH="1">
              <a:off x="5227527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7" name="Google Shape;585;p25">
              <a:extLst>
                <a:ext uri="{FF2B5EF4-FFF2-40B4-BE49-F238E27FC236}">
                  <a16:creationId xmlns:a16="http://schemas.microsoft.com/office/drawing/2014/main" id="{14F42E39-6E7B-CAA0-2D4C-47EBF91C1526}"/>
                </a:ext>
              </a:extLst>
            </p:cNvPr>
            <p:cNvSpPr/>
            <p:nvPr userDrawn="1"/>
          </p:nvSpPr>
          <p:spPr>
            <a:xfrm flipH="1">
              <a:off x="6389200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8" name="Google Shape;586;p25">
              <a:extLst>
                <a:ext uri="{FF2B5EF4-FFF2-40B4-BE49-F238E27FC236}">
                  <a16:creationId xmlns:a16="http://schemas.microsoft.com/office/drawing/2014/main" id="{A4094D46-EC2B-B0B4-CDFF-B8BEB59D6FC7}"/>
                </a:ext>
              </a:extLst>
            </p:cNvPr>
            <p:cNvSpPr/>
            <p:nvPr userDrawn="1"/>
          </p:nvSpPr>
          <p:spPr>
            <a:xfrm flipH="1">
              <a:off x="580836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9" name="Google Shape;587;p25">
              <a:extLst>
                <a:ext uri="{FF2B5EF4-FFF2-40B4-BE49-F238E27FC236}">
                  <a16:creationId xmlns:a16="http://schemas.microsoft.com/office/drawing/2014/main" id="{5FE9BD75-B4C8-9E73-1B68-55C03036028C}"/>
                </a:ext>
              </a:extLst>
            </p:cNvPr>
            <p:cNvSpPr/>
            <p:nvPr userDrawn="1"/>
          </p:nvSpPr>
          <p:spPr>
            <a:xfrm flipH="1">
              <a:off x="0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0" name="Google Shape;588;p25">
              <a:extLst>
                <a:ext uri="{FF2B5EF4-FFF2-40B4-BE49-F238E27FC236}">
                  <a16:creationId xmlns:a16="http://schemas.microsoft.com/office/drawing/2014/main" id="{D0EC11D1-DD1D-14F9-65DC-B4D806998669}"/>
                </a:ext>
              </a:extLst>
            </p:cNvPr>
            <p:cNvSpPr/>
            <p:nvPr userDrawn="1"/>
          </p:nvSpPr>
          <p:spPr>
            <a:xfrm flipH="1">
              <a:off x="1161673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1" name="Google Shape;593;p25">
              <a:extLst>
                <a:ext uri="{FF2B5EF4-FFF2-40B4-BE49-F238E27FC236}">
                  <a16:creationId xmlns:a16="http://schemas.microsoft.com/office/drawing/2014/main" id="{4F535F25-62B5-88DD-53A8-3E400593918A}"/>
                </a:ext>
              </a:extLst>
            </p:cNvPr>
            <p:cNvSpPr/>
            <p:nvPr userDrawn="1"/>
          </p:nvSpPr>
          <p:spPr>
            <a:xfrm flipH="1">
              <a:off x="0" y="45360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2" name="Google Shape;594;p25">
              <a:extLst>
                <a:ext uri="{FF2B5EF4-FFF2-40B4-BE49-F238E27FC236}">
                  <a16:creationId xmlns:a16="http://schemas.microsoft.com/office/drawing/2014/main" id="{E49B28EA-D62D-D212-89E3-CFCE4B7ED44D}"/>
                </a:ext>
              </a:extLst>
            </p:cNvPr>
            <p:cNvSpPr/>
            <p:nvPr userDrawn="1"/>
          </p:nvSpPr>
          <p:spPr>
            <a:xfrm flipH="1">
              <a:off x="0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79AA229-720B-29EC-16DA-C047381F78BF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85CACAF-46D7-CDEC-AA04-F8535CEF486B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4" name="Gráfico 83">
            <a:extLst>
              <a:ext uri="{FF2B5EF4-FFF2-40B4-BE49-F238E27FC236}">
                <a16:creationId xmlns:a16="http://schemas.microsoft.com/office/drawing/2014/main" id="{3DF8C337-86FA-F2F2-8DEB-674F101C2D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768" y="6147585"/>
            <a:ext cx="826012" cy="587550"/>
          </a:xfrm>
          <a:prstGeom prst="rect">
            <a:avLst/>
          </a:prstGeom>
        </p:spPr>
      </p:pic>
      <p:sp>
        <p:nvSpPr>
          <p:cNvPr id="174" name="Retângulo 173">
            <a:extLst>
              <a:ext uri="{FF2B5EF4-FFF2-40B4-BE49-F238E27FC236}">
                <a16:creationId xmlns:a16="http://schemas.microsoft.com/office/drawing/2014/main" id="{DF806429-C9A2-EA1C-2810-E5DE7A58D44C}"/>
              </a:ext>
            </a:extLst>
          </p:cNvPr>
          <p:cNvSpPr/>
          <p:nvPr userDrawn="1"/>
        </p:nvSpPr>
        <p:spPr>
          <a:xfrm rot="10800000">
            <a:off x="-72158" y="-63055"/>
            <a:ext cx="3978909" cy="3716272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8A5803-EB36-4DA7-CB64-5A5B04DD36A0}"/>
              </a:ext>
            </a:extLst>
          </p:cNvPr>
          <p:cNvSpPr/>
          <p:nvPr userDrawn="1"/>
        </p:nvSpPr>
        <p:spPr>
          <a:xfrm rot="10800000">
            <a:off x="907423" y="48018"/>
            <a:ext cx="2992262" cy="391341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553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EF2F7201-606C-380A-2E6F-8F711AD9D88C}"/>
              </a:ext>
            </a:extLst>
          </p:cNvPr>
          <p:cNvSpPr>
            <a:spLocks/>
          </p:cNvSpPr>
          <p:nvPr/>
        </p:nvSpPr>
        <p:spPr>
          <a:xfrm>
            <a:off x="-117695" y="-135802"/>
            <a:ext cx="6412326" cy="7088884"/>
          </a:xfrm>
          <a:custGeom>
            <a:avLst/>
            <a:gdLst>
              <a:gd name="connsiteX0" fmla="*/ 0 w 6320314"/>
              <a:gd name="connsiteY0" fmla="*/ 0 h 6867438"/>
              <a:gd name="connsiteX1" fmla="*/ 6320315 w 6320314"/>
              <a:gd name="connsiteY1" fmla="*/ 0 h 6867438"/>
              <a:gd name="connsiteX2" fmla="*/ 6320315 w 6320314"/>
              <a:gd name="connsiteY2" fmla="*/ 6867438 h 6867438"/>
              <a:gd name="connsiteX3" fmla="*/ 0 w 6320314"/>
              <a:gd name="connsiteY3" fmla="*/ 6867438 h 686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F0933B1-0E77-B2C2-320F-10CB97A5CADB}"/>
              </a:ext>
            </a:extLst>
          </p:cNvPr>
          <p:cNvGrpSpPr/>
          <p:nvPr userDrawn="1"/>
        </p:nvGrpSpPr>
        <p:grpSpPr>
          <a:xfrm>
            <a:off x="546825" y="-1471368"/>
            <a:ext cx="5486330" cy="8859226"/>
            <a:chOff x="546825" y="-1471368"/>
            <a:chExt cx="5486330" cy="8859226"/>
          </a:xfrm>
        </p:grpSpPr>
        <p:grpSp>
          <p:nvGrpSpPr>
            <p:cNvPr id="28" name="Gráfico 25">
              <a:extLst>
                <a:ext uri="{FF2B5EF4-FFF2-40B4-BE49-F238E27FC236}">
                  <a16:creationId xmlns:a16="http://schemas.microsoft.com/office/drawing/2014/main" id="{7FDD8462-B636-E721-7C88-19B9B991F0C6}"/>
                </a:ext>
              </a:extLst>
            </p:cNvPr>
            <p:cNvGrpSpPr/>
            <p:nvPr/>
          </p:nvGrpSpPr>
          <p:grpSpPr>
            <a:xfrm>
              <a:off x="670242" y="4783365"/>
              <a:ext cx="1055348" cy="1055348"/>
              <a:chOff x="-7643865" y="5818738"/>
              <a:chExt cx="1055348" cy="1055348"/>
            </a:xfrm>
            <a:noFill/>
          </p:grpSpPr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8BBF519D-BBF5-8840-8AB1-24FA7949D192}"/>
                  </a:ext>
                </a:extLst>
              </p:cNvPr>
              <p:cNvSpPr/>
              <p:nvPr/>
            </p:nvSpPr>
            <p:spPr>
              <a:xfrm>
                <a:off x="-722172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347ABCD7-873E-435F-24C3-7A9B1B2D5067}"/>
                  </a:ext>
                </a:extLst>
              </p:cNvPr>
              <p:cNvSpPr/>
              <p:nvPr/>
            </p:nvSpPr>
            <p:spPr>
              <a:xfrm>
                <a:off x="-743279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1A7529F-95EE-1EF4-CFBF-066F41BED886}"/>
                  </a:ext>
                </a:extLst>
              </p:cNvPr>
              <p:cNvSpPr/>
              <p:nvPr/>
            </p:nvSpPr>
            <p:spPr>
              <a:xfrm>
                <a:off x="-7643865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B8049742-4D0C-E0ED-94ED-9C099BB96FF5}"/>
                  </a:ext>
                </a:extLst>
              </p:cNvPr>
              <p:cNvSpPr/>
              <p:nvPr/>
            </p:nvSpPr>
            <p:spPr>
              <a:xfrm>
                <a:off x="-7643865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AD57D59B-CB86-269F-79D0-80A63385E320}"/>
                  </a:ext>
                </a:extLst>
              </p:cNvPr>
              <p:cNvSpPr/>
              <p:nvPr/>
            </p:nvSpPr>
            <p:spPr>
              <a:xfrm>
                <a:off x="-7643865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91CD8265-7CDD-206D-1600-5061E89BE90C}"/>
                  </a:ext>
                </a:extLst>
              </p:cNvPr>
              <p:cNvSpPr/>
              <p:nvPr/>
            </p:nvSpPr>
            <p:spPr>
              <a:xfrm>
                <a:off x="-743279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F2D3A408-F331-96A0-E5BB-6B9CD2CEA0C4}"/>
                  </a:ext>
                </a:extLst>
              </p:cNvPr>
              <p:cNvSpPr/>
              <p:nvPr/>
            </p:nvSpPr>
            <p:spPr>
              <a:xfrm>
                <a:off x="-722172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28B4CB4-EBAC-301D-3FC1-429BE2DAB1D7}"/>
                  </a:ext>
                </a:extLst>
              </p:cNvPr>
              <p:cNvSpPr/>
              <p:nvPr/>
            </p:nvSpPr>
            <p:spPr>
              <a:xfrm>
                <a:off x="-701065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EB92C80F-4573-756D-5E6E-5B99D8BBF150}"/>
                  </a:ext>
                </a:extLst>
              </p:cNvPr>
              <p:cNvSpPr/>
              <p:nvPr/>
            </p:nvSpPr>
            <p:spPr>
              <a:xfrm>
                <a:off x="-6799586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DB72C4CB-BBF9-EBD5-B52F-CE9F161792EB}"/>
                  </a:ext>
                </a:extLst>
              </p:cNvPr>
              <p:cNvSpPr/>
              <p:nvPr/>
            </p:nvSpPr>
            <p:spPr>
              <a:xfrm>
                <a:off x="-6799586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35B816C6-1196-72D4-3D7B-F9CBBADA24B5}"/>
                  </a:ext>
                </a:extLst>
              </p:cNvPr>
              <p:cNvSpPr/>
              <p:nvPr/>
            </p:nvSpPr>
            <p:spPr>
              <a:xfrm>
                <a:off x="-6799586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56530B9E-83C5-1B57-528F-93665B4C9D80}"/>
                  </a:ext>
                </a:extLst>
              </p:cNvPr>
              <p:cNvSpPr/>
              <p:nvPr/>
            </p:nvSpPr>
            <p:spPr>
              <a:xfrm>
                <a:off x="-701065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6A039980-ADE8-3DDF-2CF9-23C7BB89AD84}"/>
                </a:ext>
              </a:extLst>
            </p:cNvPr>
            <p:cNvSpPr/>
            <p:nvPr userDrawn="1"/>
          </p:nvSpPr>
          <p:spPr>
            <a:xfrm>
              <a:off x="546825" y="-1471368"/>
              <a:ext cx="1477488" cy="8859226"/>
            </a:xfrm>
            <a:custGeom>
              <a:avLst/>
              <a:gdLst>
                <a:gd name="connsiteX0" fmla="*/ 464818 w 1477488"/>
                <a:gd name="connsiteY0" fmla="*/ 0 h 8859226"/>
                <a:gd name="connsiteX1" fmla="*/ 464818 w 1477488"/>
                <a:gd name="connsiteY1" fmla="*/ 1723975 h 8859226"/>
                <a:gd name="connsiteX2" fmla="*/ 0 w 1477488"/>
                <a:gd name="connsiteY2" fmla="*/ 1723975 h 8859226"/>
                <a:gd name="connsiteX3" fmla="*/ 0 w 1477488"/>
                <a:gd name="connsiteY3" fmla="*/ 2564665 h 8859226"/>
                <a:gd name="connsiteX4" fmla="*/ 1477488 w 1477488"/>
                <a:gd name="connsiteY4" fmla="*/ 2564665 h 8859226"/>
                <a:gd name="connsiteX5" fmla="*/ 1477488 w 1477488"/>
                <a:gd name="connsiteY5" fmla="*/ 8859227 h 885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 cap="flat">
              <a:solidFill>
                <a:srgbClr val="372C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54" name="Gráfico 25">
              <a:extLst>
                <a:ext uri="{FF2B5EF4-FFF2-40B4-BE49-F238E27FC236}">
                  <a16:creationId xmlns:a16="http://schemas.microsoft.com/office/drawing/2014/main" id="{4F6208E8-CC14-2B6C-0E5F-16D5E7E80AD8}"/>
                </a:ext>
              </a:extLst>
            </p:cNvPr>
            <p:cNvGrpSpPr/>
            <p:nvPr userDrawn="1"/>
          </p:nvGrpSpPr>
          <p:grpSpPr>
            <a:xfrm>
              <a:off x="2882662" y="-229878"/>
              <a:ext cx="3150493" cy="2953586"/>
              <a:chOff x="-5603201" y="1278376"/>
              <a:chExt cx="3377115" cy="3166044"/>
            </a:xfrm>
            <a:noFill/>
          </p:grpSpPr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B0E7C550-E5D4-B4CA-DFEF-7DDF4FD059F8}"/>
                  </a:ext>
                </a:extLst>
              </p:cNvPr>
              <p:cNvSpPr/>
              <p:nvPr/>
            </p:nvSpPr>
            <p:spPr>
              <a:xfrm>
                <a:off x="-4547852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F9CBCC56-05FE-5CBF-2021-3C0DBB0E37DF}"/>
                  </a:ext>
                </a:extLst>
              </p:cNvPr>
              <p:cNvSpPr/>
              <p:nvPr/>
            </p:nvSpPr>
            <p:spPr>
              <a:xfrm>
                <a:off x="-433678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454B0CE1-3F38-175A-5A0B-615574D4845F}"/>
                  </a:ext>
                </a:extLst>
              </p:cNvPr>
              <p:cNvSpPr/>
              <p:nvPr/>
            </p:nvSpPr>
            <p:spPr>
              <a:xfrm>
                <a:off x="-370357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D097757F-1AC0-0E75-3512-8826A7D9E4A2}"/>
                  </a:ext>
                </a:extLst>
              </p:cNvPr>
              <p:cNvSpPr/>
              <p:nvPr/>
            </p:nvSpPr>
            <p:spPr>
              <a:xfrm>
                <a:off x="-3492504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4D79631D-2216-15BB-F485-97D6DD6897C8}"/>
                  </a:ext>
                </a:extLst>
              </p:cNvPr>
              <p:cNvSpPr/>
              <p:nvPr/>
            </p:nvSpPr>
            <p:spPr>
              <a:xfrm>
                <a:off x="-475892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08EF6FB-DB4D-EB7C-0558-B69F4A991A09}"/>
                  </a:ext>
                </a:extLst>
              </p:cNvPr>
              <p:cNvSpPr/>
              <p:nvPr/>
            </p:nvSpPr>
            <p:spPr>
              <a:xfrm>
                <a:off x="-454785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3FA6D50A-0FA8-3EA7-F3C3-F1745005436B}"/>
                  </a:ext>
                </a:extLst>
              </p:cNvPr>
              <p:cNvSpPr/>
              <p:nvPr/>
            </p:nvSpPr>
            <p:spPr>
              <a:xfrm>
                <a:off x="-433678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2" name="Forma Livre: Forma 161">
                <a:extLst>
                  <a:ext uri="{FF2B5EF4-FFF2-40B4-BE49-F238E27FC236}">
                    <a16:creationId xmlns:a16="http://schemas.microsoft.com/office/drawing/2014/main" id="{B9EE2007-9BD8-297D-F70A-43DB1182F8B5}"/>
                  </a:ext>
                </a:extLst>
              </p:cNvPr>
              <p:cNvSpPr/>
              <p:nvPr/>
            </p:nvSpPr>
            <p:spPr>
              <a:xfrm>
                <a:off x="-412571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3" name="Forma Livre: Forma 162">
                <a:extLst>
                  <a:ext uri="{FF2B5EF4-FFF2-40B4-BE49-F238E27FC236}">
                    <a16:creationId xmlns:a16="http://schemas.microsoft.com/office/drawing/2014/main" id="{C68AF4A0-00F0-D016-E49E-87022E73EE63}"/>
                  </a:ext>
                </a:extLst>
              </p:cNvPr>
              <p:cNvSpPr/>
              <p:nvPr/>
            </p:nvSpPr>
            <p:spPr>
              <a:xfrm>
                <a:off x="-391464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4" name="Forma Livre: Forma 163">
                <a:extLst>
                  <a:ext uri="{FF2B5EF4-FFF2-40B4-BE49-F238E27FC236}">
                    <a16:creationId xmlns:a16="http://schemas.microsoft.com/office/drawing/2014/main" id="{3BB9FBD5-576B-0081-3551-8F47D3430D5C}"/>
                  </a:ext>
                </a:extLst>
              </p:cNvPr>
              <p:cNvSpPr/>
              <p:nvPr/>
            </p:nvSpPr>
            <p:spPr>
              <a:xfrm>
                <a:off x="-370357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5" name="Forma Livre: Forma 164">
                <a:extLst>
                  <a:ext uri="{FF2B5EF4-FFF2-40B4-BE49-F238E27FC236}">
                    <a16:creationId xmlns:a16="http://schemas.microsoft.com/office/drawing/2014/main" id="{399280D8-024F-74D6-A1A7-226F4D5FA9BE}"/>
                  </a:ext>
                </a:extLst>
              </p:cNvPr>
              <p:cNvSpPr/>
              <p:nvPr/>
            </p:nvSpPr>
            <p:spPr>
              <a:xfrm>
                <a:off x="-349250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6" name="Forma Livre: Forma 165">
                <a:extLst>
                  <a:ext uri="{FF2B5EF4-FFF2-40B4-BE49-F238E27FC236}">
                    <a16:creationId xmlns:a16="http://schemas.microsoft.com/office/drawing/2014/main" id="{F997D368-6409-8DAC-7DEC-D3F324788785}"/>
                  </a:ext>
                </a:extLst>
              </p:cNvPr>
              <p:cNvSpPr/>
              <p:nvPr/>
            </p:nvSpPr>
            <p:spPr>
              <a:xfrm>
                <a:off x="-328143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7" name="Forma Livre: Forma 166">
                <a:extLst>
                  <a:ext uri="{FF2B5EF4-FFF2-40B4-BE49-F238E27FC236}">
                    <a16:creationId xmlns:a16="http://schemas.microsoft.com/office/drawing/2014/main" id="{8D296296-7472-D1AC-CB91-6CA446AABA2B}"/>
                  </a:ext>
                </a:extLst>
              </p:cNvPr>
              <p:cNvSpPr/>
              <p:nvPr/>
            </p:nvSpPr>
            <p:spPr>
              <a:xfrm>
                <a:off x="-5181061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8" name="Forma Livre: Forma 167">
                <a:extLst>
                  <a:ext uri="{FF2B5EF4-FFF2-40B4-BE49-F238E27FC236}">
                    <a16:creationId xmlns:a16="http://schemas.microsoft.com/office/drawing/2014/main" id="{563CF9F3-C191-3C92-E289-685EB79508D1}"/>
                  </a:ext>
                </a:extLst>
              </p:cNvPr>
              <p:cNvSpPr/>
              <p:nvPr/>
            </p:nvSpPr>
            <p:spPr>
              <a:xfrm>
                <a:off x="-4969992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9" name="Forma Livre: Forma 168">
                <a:extLst>
                  <a:ext uri="{FF2B5EF4-FFF2-40B4-BE49-F238E27FC236}">
                    <a16:creationId xmlns:a16="http://schemas.microsoft.com/office/drawing/2014/main" id="{7A719EB0-0A21-B5F6-DA30-F741C77B5489}"/>
                  </a:ext>
                </a:extLst>
              </p:cNvPr>
              <p:cNvSpPr/>
              <p:nvPr/>
            </p:nvSpPr>
            <p:spPr>
              <a:xfrm>
                <a:off x="-3070364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0" name="Forma Livre: Forma 169">
                <a:extLst>
                  <a:ext uri="{FF2B5EF4-FFF2-40B4-BE49-F238E27FC236}">
                    <a16:creationId xmlns:a16="http://schemas.microsoft.com/office/drawing/2014/main" id="{E9A30B00-5BE3-DE7A-4C9A-D23867260746}"/>
                  </a:ext>
                </a:extLst>
              </p:cNvPr>
              <p:cNvSpPr/>
              <p:nvPr/>
            </p:nvSpPr>
            <p:spPr>
              <a:xfrm>
                <a:off x="-2859295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1" name="Forma Livre: Forma 170">
                <a:extLst>
                  <a:ext uri="{FF2B5EF4-FFF2-40B4-BE49-F238E27FC236}">
                    <a16:creationId xmlns:a16="http://schemas.microsoft.com/office/drawing/2014/main" id="{A035FA05-1EDB-C5EB-D0B4-33E6ABB74D9B}"/>
                  </a:ext>
                </a:extLst>
              </p:cNvPr>
              <p:cNvSpPr/>
              <p:nvPr/>
            </p:nvSpPr>
            <p:spPr>
              <a:xfrm>
                <a:off x="-5181061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2" name="Forma Livre: Forma 171">
                <a:extLst>
                  <a:ext uri="{FF2B5EF4-FFF2-40B4-BE49-F238E27FC236}">
                    <a16:creationId xmlns:a16="http://schemas.microsoft.com/office/drawing/2014/main" id="{4D195BD7-BCE7-4015-3A7C-993B876A5EDA}"/>
                  </a:ext>
                </a:extLst>
              </p:cNvPr>
              <p:cNvSpPr/>
              <p:nvPr/>
            </p:nvSpPr>
            <p:spPr>
              <a:xfrm>
                <a:off x="-2859295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3" name="Forma Livre: Forma 172">
                <a:extLst>
                  <a:ext uri="{FF2B5EF4-FFF2-40B4-BE49-F238E27FC236}">
                    <a16:creationId xmlns:a16="http://schemas.microsoft.com/office/drawing/2014/main" id="{60622443-41A3-3867-8B9D-2EC3F0DCEA9A}"/>
                  </a:ext>
                </a:extLst>
              </p:cNvPr>
              <p:cNvSpPr/>
              <p:nvPr/>
            </p:nvSpPr>
            <p:spPr>
              <a:xfrm>
                <a:off x="-5181061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4" name="Forma Livre: Forma 173">
                <a:extLst>
                  <a:ext uri="{FF2B5EF4-FFF2-40B4-BE49-F238E27FC236}">
                    <a16:creationId xmlns:a16="http://schemas.microsoft.com/office/drawing/2014/main" id="{14B83DAA-4D1B-CEEF-5004-8B29C7587C9B}"/>
                  </a:ext>
                </a:extLst>
              </p:cNvPr>
              <p:cNvSpPr/>
              <p:nvPr/>
            </p:nvSpPr>
            <p:spPr>
              <a:xfrm>
                <a:off x="-2859295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5" name="Forma Livre: Forma 174">
                <a:extLst>
                  <a:ext uri="{FF2B5EF4-FFF2-40B4-BE49-F238E27FC236}">
                    <a16:creationId xmlns:a16="http://schemas.microsoft.com/office/drawing/2014/main" id="{A91CF573-2881-922A-FC71-A0A5EAEADCBB}"/>
                  </a:ext>
                </a:extLst>
              </p:cNvPr>
              <p:cNvSpPr/>
              <p:nvPr/>
            </p:nvSpPr>
            <p:spPr>
              <a:xfrm>
                <a:off x="-5392131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6" name="Forma Livre: Forma 175">
                <a:extLst>
                  <a:ext uri="{FF2B5EF4-FFF2-40B4-BE49-F238E27FC236}">
                    <a16:creationId xmlns:a16="http://schemas.microsoft.com/office/drawing/2014/main" id="{C32981E5-546D-4A75-00DD-850409738C31}"/>
                  </a:ext>
                </a:extLst>
              </p:cNvPr>
              <p:cNvSpPr/>
              <p:nvPr/>
            </p:nvSpPr>
            <p:spPr>
              <a:xfrm>
                <a:off x="-2648225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7" name="Forma Livre: Forma 176">
                <a:extLst>
                  <a:ext uri="{FF2B5EF4-FFF2-40B4-BE49-F238E27FC236}">
                    <a16:creationId xmlns:a16="http://schemas.microsoft.com/office/drawing/2014/main" id="{BDF4A1F1-04CB-C079-CA4B-F62C2D3183B5}"/>
                  </a:ext>
                </a:extLst>
              </p:cNvPr>
              <p:cNvSpPr/>
              <p:nvPr/>
            </p:nvSpPr>
            <p:spPr>
              <a:xfrm>
                <a:off x="-5603201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8" name="Forma Livre: Forma 177">
                <a:extLst>
                  <a:ext uri="{FF2B5EF4-FFF2-40B4-BE49-F238E27FC236}">
                    <a16:creationId xmlns:a16="http://schemas.microsoft.com/office/drawing/2014/main" id="{5A1B0337-D553-B145-B289-AB2151FB7429}"/>
                  </a:ext>
                </a:extLst>
              </p:cNvPr>
              <p:cNvSpPr/>
              <p:nvPr/>
            </p:nvSpPr>
            <p:spPr>
              <a:xfrm>
                <a:off x="-2437155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9" name="Forma Livre: Forma 178">
                <a:extLst>
                  <a:ext uri="{FF2B5EF4-FFF2-40B4-BE49-F238E27FC236}">
                    <a16:creationId xmlns:a16="http://schemas.microsoft.com/office/drawing/2014/main" id="{E3C140C2-92D8-272A-A599-D928FFE67B89}"/>
                  </a:ext>
                </a:extLst>
              </p:cNvPr>
              <p:cNvSpPr/>
              <p:nvPr/>
            </p:nvSpPr>
            <p:spPr>
              <a:xfrm>
                <a:off x="-5603201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0" name="Forma Livre: Forma 179">
                <a:extLst>
                  <a:ext uri="{FF2B5EF4-FFF2-40B4-BE49-F238E27FC236}">
                    <a16:creationId xmlns:a16="http://schemas.microsoft.com/office/drawing/2014/main" id="{DAABF370-A3EF-1498-37EA-8E914A894E98}"/>
                  </a:ext>
                </a:extLst>
              </p:cNvPr>
              <p:cNvSpPr/>
              <p:nvPr/>
            </p:nvSpPr>
            <p:spPr>
              <a:xfrm>
                <a:off x="-2437155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1" name="Forma Livre: Forma 180">
                <a:extLst>
                  <a:ext uri="{FF2B5EF4-FFF2-40B4-BE49-F238E27FC236}">
                    <a16:creationId xmlns:a16="http://schemas.microsoft.com/office/drawing/2014/main" id="{BA482746-5471-311A-8CE9-7F3432512303}"/>
                  </a:ext>
                </a:extLst>
              </p:cNvPr>
              <p:cNvSpPr/>
              <p:nvPr/>
            </p:nvSpPr>
            <p:spPr>
              <a:xfrm>
                <a:off x="-5392131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2" name="Forma Livre: Forma 181">
                <a:extLst>
                  <a:ext uri="{FF2B5EF4-FFF2-40B4-BE49-F238E27FC236}">
                    <a16:creationId xmlns:a16="http://schemas.microsoft.com/office/drawing/2014/main" id="{AD9A6CE3-FA76-1DBA-7D56-6E509BC53CEA}"/>
                  </a:ext>
                </a:extLst>
              </p:cNvPr>
              <p:cNvSpPr/>
              <p:nvPr/>
            </p:nvSpPr>
            <p:spPr>
              <a:xfrm>
                <a:off x="-2648225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3" name="Forma Livre: Forma 182">
                <a:extLst>
                  <a:ext uri="{FF2B5EF4-FFF2-40B4-BE49-F238E27FC236}">
                    <a16:creationId xmlns:a16="http://schemas.microsoft.com/office/drawing/2014/main" id="{E66675D0-275F-BEDC-8D87-6D6952A6AD24}"/>
                  </a:ext>
                </a:extLst>
              </p:cNvPr>
              <p:cNvSpPr/>
              <p:nvPr/>
            </p:nvSpPr>
            <p:spPr>
              <a:xfrm>
                <a:off x="-5392131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4" name="Forma Livre: Forma 183">
                <a:extLst>
                  <a:ext uri="{FF2B5EF4-FFF2-40B4-BE49-F238E27FC236}">
                    <a16:creationId xmlns:a16="http://schemas.microsoft.com/office/drawing/2014/main" id="{B84D1A54-8DDC-C8F6-0E38-F5AA1D8EF0B8}"/>
                  </a:ext>
                </a:extLst>
              </p:cNvPr>
              <p:cNvSpPr/>
              <p:nvPr/>
            </p:nvSpPr>
            <p:spPr>
              <a:xfrm>
                <a:off x="-2648225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5" name="Forma Livre: Forma 184">
                <a:extLst>
                  <a:ext uri="{FF2B5EF4-FFF2-40B4-BE49-F238E27FC236}">
                    <a16:creationId xmlns:a16="http://schemas.microsoft.com/office/drawing/2014/main" id="{ADD1BC6E-0DE2-12B5-2C9B-1E45EF20259D}"/>
                  </a:ext>
                </a:extLst>
              </p:cNvPr>
              <p:cNvSpPr/>
              <p:nvPr/>
            </p:nvSpPr>
            <p:spPr>
              <a:xfrm>
                <a:off x="-560320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6" name="Forma Livre: Forma 185">
                <a:extLst>
                  <a:ext uri="{FF2B5EF4-FFF2-40B4-BE49-F238E27FC236}">
                    <a16:creationId xmlns:a16="http://schemas.microsoft.com/office/drawing/2014/main" id="{E7B45D1D-3D72-86BB-4B1E-D931F680C6DE}"/>
                  </a:ext>
                </a:extLst>
              </p:cNvPr>
              <p:cNvSpPr/>
              <p:nvPr/>
            </p:nvSpPr>
            <p:spPr>
              <a:xfrm>
                <a:off x="-539213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7" name="Forma Livre: Forma 186">
                <a:extLst>
                  <a:ext uri="{FF2B5EF4-FFF2-40B4-BE49-F238E27FC236}">
                    <a16:creationId xmlns:a16="http://schemas.microsoft.com/office/drawing/2014/main" id="{E867E45F-8C8C-1874-27CA-0E0D1DD242C9}"/>
                  </a:ext>
                </a:extLst>
              </p:cNvPr>
              <p:cNvSpPr/>
              <p:nvPr/>
            </p:nvSpPr>
            <p:spPr>
              <a:xfrm>
                <a:off x="-264822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8" name="Forma Livre: Forma 187">
                <a:extLst>
                  <a:ext uri="{FF2B5EF4-FFF2-40B4-BE49-F238E27FC236}">
                    <a16:creationId xmlns:a16="http://schemas.microsoft.com/office/drawing/2014/main" id="{591E87CE-258E-4E55-DFC1-A753B28B2168}"/>
                  </a:ext>
                </a:extLst>
              </p:cNvPr>
              <p:cNvSpPr/>
              <p:nvPr/>
            </p:nvSpPr>
            <p:spPr>
              <a:xfrm>
                <a:off x="-243715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9" name="Forma Livre: Forma 188">
                <a:extLst>
                  <a:ext uri="{FF2B5EF4-FFF2-40B4-BE49-F238E27FC236}">
                    <a16:creationId xmlns:a16="http://schemas.microsoft.com/office/drawing/2014/main" id="{FFC77601-F2F4-537B-D3A7-5835886E8454}"/>
                  </a:ext>
                </a:extLst>
              </p:cNvPr>
              <p:cNvSpPr/>
              <p:nvPr/>
            </p:nvSpPr>
            <p:spPr>
              <a:xfrm>
                <a:off x="-539213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0" name="Forma Livre: Forma 189">
                <a:extLst>
                  <a:ext uri="{FF2B5EF4-FFF2-40B4-BE49-F238E27FC236}">
                    <a16:creationId xmlns:a16="http://schemas.microsoft.com/office/drawing/2014/main" id="{C327F1D7-F392-6D87-80BF-7BFB9DC2F7F6}"/>
                  </a:ext>
                </a:extLst>
              </p:cNvPr>
              <p:cNvSpPr/>
              <p:nvPr/>
            </p:nvSpPr>
            <p:spPr>
              <a:xfrm>
                <a:off x="-518106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1" name="Forma Livre: Forma 190">
                <a:extLst>
                  <a:ext uri="{FF2B5EF4-FFF2-40B4-BE49-F238E27FC236}">
                    <a16:creationId xmlns:a16="http://schemas.microsoft.com/office/drawing/2014/main" id="{4F071DAA-D7E8-7383-ADBD-850486A8DF91}"/>
                  </a:ext>
                </a:extLst>
              </p:cNvPr>
              <p:cNvSpPr/>
              <p:nvPr/>
            </p:nvSpPr>
            <p:spPr>
              <a:xfrm>
                <a:off x="-4969992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2" name="Forma Livre: Forma 191">
                <a:extLst>
                  <a:ext uri="{FF2B5EF4-FFF2-40B4-BE49-F238E27FC236}">
                    <a16:creationId xmlns:a16="http://schemas.microsoft.com/office/drawing/2014/main" id="{D7F6A552-B961-68F3-68FB-916E6163163F}"/>
                  </a:ext>
                </a:extLst>
              </p:cNvPr>
              <p:cNvSpPr/>
              <p:nvPr/>
            </p:nvSpPr>
            <p:spPr>
              <a:xfrm>
                <a:off x="-3070364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3" name="Forma Livre: Forma 192">
                <a:extLst>
                  <a:ext uri="{FF2B5EF4-FFF2-40B4-BE49-F238E27FC236}">
                    <a16:creationId xmlns:a16="http://schemas.microsoft.com/office/drawing/2014/main" id="{BC79B128-B928-B68D-6A00-27E315DACA92}"/>
                  </a:ext>
                </a:extLst>
              </p:cNvPr>
              <p:cNvSpPr/>
              <p:nvPr/>
            </p:nvSpPr>
            <p:spPr>
              <a:xfrm>
                <a:off x="-285929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4" name="Forma Livre: Forma 193">
                <a:extLst>
                  <a:ext uri="{FF2B5EF4-FFF2-40B4-BE49-F238E27FC236}">
                    <a16:creationId xmlns:a16="http://schemas.microsoft.com/office/drawing/2014/main" id="{C52262FF-C657-723D-D0F7-E97802A53E02}"/>
                  </a:ext>
                </a:extLst>
              </p:cNvPr>
              <p:cNvSpPr/>
              <p:nvPr/>
            </p:nvSpPr>
            <p:spPr>
              <a:xfrm>
                <a:off x="-264822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5" name="Forma Livre: Forma 194">
                <a:extLst>
                  <a:ext uri="{FF2B5EF4-FFF2-40B4-BE49-F238E27FC236}">
                    <a16:creationId xmlns:a16="http://schemas.microsoft.com/office/drawing/2014/main" id="{22943AFF-0BCC-3D10-3A6A-C1C52B2DB244}"/>
                  </a:ext>
                </a:extLst>
              </p:cNvPr>
              <p:cNvSpPr/>
              <p:nvPr/>
            </p:nvSpPr>
            <p:spPr>
              <a:xfrm>
                <a:off x="-4969992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6" name="Forma Livre: Forma 195">
                <a:extLst>
                  <a:ext uri="{FF2B5EF4-FFF2-40B4-BE49-F238E27FC236}">
                    <a16:creationId xmlns:a16="http://schemas.microsoft.com/office/drawing/2014/main" id="{E9FB5B23-E8D2-0FEB-7EEE-A5DF1589474B}"/>
                  </a:ext>
                </a:extLst>
              </p:cNvPr>
              <p:cNvSpPr/>
              <p:nvPr/>
            </p:nvSpPr>
            <p:spPr>
              <a:xfrm>
                <a:off x="-3070364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7" name="Forma Livre: Forma 196">
                <a:extLst>
                  <a:ext uri="{FF2B5EF4-FFF2-40B4-BE49-F238E27FC236}">
                    <a16:creationId xmlns:a16="http://schemas.microsoft.com/office/drawing/2014/main" id="{13710B6E-3971-6684-8328-E6A1177081EF}"/>
                  </a:ext>
                </a:extLst>
              </p:cNvPr>
              <p:cNvSpPr/>
              <p:nvPr/>
            </p:nvSpPr>
            <p:spPr>
              <a:xfrm>
                <a:off x="-496999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8" name="Forma Livre: Forma 197">
                <a:extLst>
                  <a:ext uri="{FF2B5EF4-FFF2-40B4-BE49-F238E27FC236}">
                    <a16:creationId xmlns:a16="http://schemas.microsoft.com/office/drawing/2014/main" id="{F059E182-1BE8-DA11-17EB-D38D47E6E6FB}"/>
                  </a:ext>
                </a:extLst>
              </p:cNvPr>
              <p:cNvSpPr/>
              <p:nvPr/>
            </p:nvSpPr>
            <p:spPr>
              <a:xfrm>
                <a:off x="-475892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9" name="Forma Livre: Forma 198">
                <a:extLst>
                  <a:ext uri="{FF2B5EF4-FFF2-40B4-BE49-F238E27FC236}">
                    <a16:creationId xmlns:a16="http://schemas.microsoft.com/office/drawing/2014/main" id="{971DB6D9-37B6-BDC0-8BC0-2035D68FE9FB}"/>
                  </a:ext>
                </a:extLst>
              </p:cNvPr>
              <p:cNvSpPr/>
              <p:nvPr/>
            </p:nvSpPr>
            <p:spPr>
              <a:xfrm>
                <a:off x="-454785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0" name="Forma Livre: Forma 199">
                <a:extLst>
                  <a:ext uri="{FF2B5EF4-FFF2-40B4-BE49-F238E27FC236}">
                    <a16:creationId xmlns:a16="http://schemas.microsoft.com/office/drawing/2014/main" id="{21F15316-A691-D088-A9A4-A567479B4A59}"/>
                  </a:ext>
                </a:extLst>
              </p:cNvPr>
              <p:cNvSpPr/>
              <p:nvPr/>
            </p:nvSpPr>
            <p:spPr>
              <a:xfrm>
                <a:off x="-433678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1" name="Forma Livre: Forma 200">
                <a:extLst>
                  <a:ext uri="{FF2B5EF4-FFF2-40B4-BE49-F238E27FC236}">
                    <a16:creationId xmlns:a16="http://schemas.microsoft.com/office/drawing/2014/main" id="{3C50C172-0F74-B3C8-6193-F81B8400F4EA}"/>
                  </a:ext>
                </a:extLst>
              </p:cNvPr>
              <p:cNvSpPr/>
              <p:nvPr/>
            </p:nvSpPr>
            <p:spPr>
              <a:xfrm>
                <a:off x="-370357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2" name="Forma Livre: Forma 201">
                <a:extLst>
                  <a:ext uri="{FF2B5EF4-FFF2-40B4-BE49-F238E27FC236}">
                    <a16:creationId xmlns:a16="http://schemas.microsoft.com/office/drawing/2014/main" id="{98C13C81-D01C-A164-FBA1-1614C0D3F540}"/>
                  </a:ext>
                </a:extLst>
              </p:cNvPr>
              <p:cNvSpPr/>
              <p:nvPr/>
            </p:nvSpPr>
            <p:spPr>
              <a:xfrm>
                <a:off x="-349250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3" name="Forma Livre: Forma 202">
                <a:extLst>
                  <a:ext uri="{FF2B5EF4-FFF2-40B4-BE49-F238E27FC236}">
                    <a16:creationId xmlns:a16="http://schemas.microsoft.com/office/drawing/2014/main" id="{CF9C995D-2B67-EA29-0767-7632D3FBA3C0}"/>
                  </a:ext>
                </a:extLst>
              </p:cNvPr>
              <p:cNvSpPr/>
              <p:nvPr/>
            </p:nvSpPr>
            <p:spPr>
              <a:xfrm>
                <a:off x="-328143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4" name="Forma Livre: Forma 203">
                <a:extLst>
                  <a:ext uri="{FF2B5EF4-FFF2-40B4-BE49-F238E27FC236}">
                    <a16:creationId xmlns:a16="http://schemas.microsoft.com/office/drawing/2014/main" id="{1B09B7F3-0B25-7BB8-17CB-51BDD82E1024}"/>
                  </a:ext>
                </a:extLst>
              </p:cNvPr>
              <p:cNvSpPr/>
              <p:nvPr/>
            </p:nvSpPr>
            <p:spPr>
              <a:xfrm>
                <a:off x="-307036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5" name="Forma Livre: Forma 204">
                <a:extLst>
                  <a:ext uri="{FF2B5EF4-FFF2-40B4-BE49-F238E27FC236}">
                    <a16:creationId xmlns:a16="http://schemas.microsoft.com/office/drawing/2014/main" id="{82783FB6-9D6B-2B9D-ABD3-5312490A48F7}"/>
                  </a:ext>
                </a:extLst>
              </p:cNvPr>
              <p:cNvSpPr/>
              <p:nvPr/>
            </p:nvSpPr>
            <p:spPr>
              <a:xfrm>
                <a:off x="-4758922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6" name="Forma Livre: Forma 205">
                <a:extLst>
                  <a:ext uri="{FF2B5EF4-FFF2-40B4-BE49-F238E27FC236}">
                    <a16:creationId xmlns:a16="http://schemas.microsoft.com/office/drawing/2014/main" id="{6B425C85-04AB-E373-5D1C-BC7BFF07BC5C}"/>
                  </a:ext>
                </a:extLst>
              </p:cNvPr>
              <p:cNvSpPr/>
              <p:nvPr/>
            </p:nvSpPr>
            <p:spPr>
              <a:xfrm>
                <a:off x="-412571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7" name="Forma Livre: Forma 206">
                <a:extLst>
                  <a:ext uri="{FF2B5EF4-FFF2-40B4-BE49-F238E27FC236}">
                    <a16:creationId xmlns:a16="http://schemas.microsoft.com/office/drawing/2014/main" id="{EDFCF717-5496-0E9D-76E2-A0A150ACDBD8}"/>
                  </a:ext>
                </a:extLst>
              </p:cNvPr>
              <p:cNvSpPr/>
              <p:nvPr/>
            </p:nvSpPr>
            <p:spPr>
              <a:xfrm>
                <a:off x="-391464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8" name="Forma Livre: Forma 207">
                <a:extLst>
                  <a:ext uri="{FF2B5EF4-FFF2-40B4-BE49-F238E27FC236}">
                    <a16:creationId xmlns:a16="http://schemas.microsoft.com/office/drawing/2014/main" id="{1FC4A938-F0E1-BEA5-FDD5-6F3492F5E4A9}"/>
                  </a:ext>
                </a:extLst>
              </p:cNvPr>
              <p:cNvSpPr/>
              <p:nvPr/>
            </p:nvSpPr>
            <p:spPr>
              <a:xfrm>
                <a:off x="-3281434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6CAB54B2-FE9F-F1D1-141E-0074F928D8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45330" y="1314146"/>
            <a:ext cx="4808999" cy="4788354"/>
          </a:xfrm>
          <a:prstGeom prst="rect">
            <a:avLst/>
          </a:prstGeom>
        </p:spPr>
      </p:pic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629AC339-1056-E0AB-A7A3-843C73E32294}"/>
              </a:ext>
            </a:extLst>
          </p:cNvPr>
          <p:cNvSpPr/>
          <p:nvPr userDrawn="1"/>
        </p:nvSpPr>
        <p:spPr>
          <a:xfrm rot="10800000">
            <a:off x="11586064" y="-11528"/>
            <a:ext cx="607717" cy="6879022"/>
          </a:xfrm>
          <a:custGeom>
            <a:avLst/>
            <a:gdLst>
              <a:gd name="connsiteX0" fmla="*/ 0 w 607717"/>
              <a:gd name="connsiteY0" fmla="*/ 0 h 6879022"/>
              <a:gd name="connsiteX1" fmla="*/ 607718 w 607717"/>
              <a:gd name="connsiteY1" fmla="*/ 0 h 6879022"/>
              <a:gd name="connsiteX2" fmla="*/ 607718 w 607717"/>
              <a:gd name="connsiteY2" fmla="*/ 6879022 h 6879022"/>
              <a:gd name="connsiteX3" fmla="*/ 0 w 607717"/>
              <a:gd name="connsiteY3" fmla="*/ 6879022 h 687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614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a de beber água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AAC9659E-7F19-DE62-B157-B49EF2CA5B24}"/>
              </a:ext>
            </a:extLst>
          </p:cNvPr>
          <p:cNvSpPr/>
          <p:nvPr userDrawn="1"/>
        </p:nvSpPr>
        <p:spPr>
          <a:xfrm rot="10800000">
            <a:off x="-95484" y="7542"/>
            <a:ext cx="610292" cy="6925680"/>
          </a:xfrm>
          <a:custGeom>
            <a:avLst/>
            <a:gdLst>
              <a:gd name="connsiteX0" fmla="*/ 0 w 610292"/>
              <a:gd name="connsiteY0" fmla="*/ 0 h 6925680"/>
              <a:gd name="connsiteX1" fmla="*/ 610292 w 610292"/>
              <a:gd name="connsiteY1" fmla="*/ 0 h 6925680"/>
              <a:gd name="connsiteX2" fmla="*/ 610292 w 610292"/>
              <a:gd name="connsiteY2" fmla="*/ 6925681 h 6925680"/>
              <a:gd name="connsiteX3" fmla="*/ 0 w 610292"/>
              <a:gd name="connsiteY3" fmla="*/ 6925681 h 6925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638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34" name="Gráfico 33">
            <a:extLst>
              <a:ext uri="{FF2B5EF4-FFF2-40B4-BE49-F238E27FC236}">
                <a16:creationId xmlns:a16="http://schemas.microsoft.com/office/drawing/2014/main" id="{63FAFF83-88ED-12E6-C50A-F07B597E6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8877" y="556334"/>
            <a:ext cx="1872265" cy="2893501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53800062-D355-DFC2-782A-B60717B42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4441" y="1476946"/>
            <a:ext cx="1432980" cy="2214607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87D5615C-C40C-0C34-E037-7183FBA468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5766" y="2956937"/>
            <a:ext cx="2125382" cy="3284683"/>
          </a:xfrm>
          <a:prstGeom prst="rect">
            <a:avLst/>
          </a:prstGeom>
        </p:spPr>
      </p:pic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19D7B6A-395B-80FB-F10A-01884F6AAE3D}"/>
              </a:ext>
            </a:extLst>
          </p:cNvPr>
          <p:cNvGrpSpPr/>
          <p:nvPr userDrawn="1"/>
        </p:nvGrpSpPr>
        <p:grpSpPr>
          <a:xfrm>
            <a:off x="875934" y="5823573"/>
            <a:ext cx="1076287" cy="765562"/>
            <a:chOff x="875934" y="5823573"/>
            <a:chExt cx="1076287" cy="765562"/>
          </a:xfrm>
        </p:grpSpPr>
        <p:grpSp>
          <p:nvGrpSpPr>
            <p:cNvPr id="39" name="Gráfico 36">
              <a:extLst>
                <a:ext uri="{FF2B5EF4-FFF2-40B4-BE49-F238E27FC236}">
                  <a16:creationId xmlns:a16="http://schemas.microsoft.com/office/drawing/2014/main" id="{54AE0418-D8BA-BE8C-E8D4-1A4E5BB5C428}"/>
                </a:ext>
              </a:extLst>
            </p:cNvPr>
            <p:cNvGrpSpPr/>
            <p:nvPr/>
          </p:nvGrpSpPr>
          <p:grpSpPr>
            <a:xfrm>
              <a:off x="875934" y="6026145"/>
              <a:ext cx="896480" cy="219317"/>
              <a:chOff x="875934" y="6026145"/>
              <a:chExt cx="896480" cy="219317"/>
            </a:xfrm>
            <a:solidFill>
              <a:srgbClr val="292454"/>
            </a:solidFill>
          </p:grpSpPr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607B21D6-65DF-4401-5555-88E818DB2C5E}"/>
                  </a:ext>
                </a:extLst>
              </p:cNvPr>
              <p:cNvSpPr/>
              <p:nvPr/>
            </p:nvSpPr>
            <p:spPr>
              <a:xfrm>
                <a:off x="875934" y="6026145"/>
                <a:ext cx="109498" cy="218356"/>
              </a:xfrm>
              <a:custGeom>
                <a:avLst/>
                <a:gdLst>
                  <a:gd name="connsiteX0" fmla="*/ 70438 w 109498"/>
                  <a:gd name="connsiteY0" fmla="*/ 218357 h 218356"/>
                  <a:gd name="connsiteX1" fmla="*/ 20491 w 109498"/>
                  <a:gd name="connsiteY1" fmla="*/ 166809 h 218356"/>
                  <a:gd name="connsiteX2" fmla="*/ 20491 w 109498"/>
                  <a:gd name="connsiteY2" fmla="*/ 85486 h 218356"/>
                  <a:gd name="connsiteX3" fmla="*/ 0 w 109498"/>
                  <a:gd name="connsiteY3" fmla="*/ 85486 h 218356"/>
                  <a:gd name="connsiteX4" fmla="*/ 0 w 109498"/>
                  <a:gd name="connsiteY4" fmla="*/ 43864 h 218356"/>
                  <a:gd name="connsiteX5" fmla="*/ 20491 w 109498"/>
                  <a:gd name="connsiteY5" fmla="*/ 43864 h 218356"/>
                  <a:gd name="connsiteX6" fmla="*/ 20491 w 109498"/>
                  <a:gd name="connsiteY6" fmla="*/ 0 h 218356"/>
                  <a:gd name="connsiteX7" fmla="*/ 69157 w 109498"/>
                  <a:gd name="connsiteY7" fmla="*/ 0 h 218356"/>
                  <a:gd name="connsiteX8" fmla="*/ 69157 w 109498"/>
                  <a:gd name="connsiteY8" fmla="*/ 43864 h 218356"/>
                  <a:gd name="connsiteX9" fmla="*/ 109499 w 109498"/>
                  <a:gd name="connsiteY9" fmla="*/ 43864 h 218356"/>
                  <a:gd name="connsiteX10" fmla="*/ 109499 w 109498"/>
                  <a:gd name="connsiteY10" fmla="*/ 85486 h 218356"/>
                  <a:gd name="connsiteX11" fmla="*/ 69157 w 109498"/>
                  <a:gd name="connsiteY11" fmla="*/ 85486 h 218356"/>
                  <a:gd name="connsiteX12" fmla="*/ 69157 w 109498"/>
                  <a:gd name="connsiteY12" fmla="*/ 158805 h 218356"/>
                  <a:gd name="connsiteX13" fmla="*/ 84845 w 109498"/>
                  <a:gd name="connsiteY13" fmla="*/ 175454 h 218356"/>
                  <a:gd name="connsiteX14" fmla="*/ 108858 w 109498"/>
                  <a:gd name="connsiteY14" fmla="*/ 169371 h 218356"/>
                  <a:gd name="connsiteX15" fmla="*/ 108858 w 109498"/>
                  <a:gd name="connsiteY15" fmla="*/ 208432 h 218356"/>
                  <a:gd name="connsiteX16" fmla="*/ 70438 w 109498"/>
                  <a:gd name="connsiteY16" fmla="*/ 218357 h 218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AAD02504-2697-8A9E-582F-C1438108E85B}"/>
                  </a:ext>
                </a:extLst>
              </p:cNvPr>
              <p:cNvSpPr/>
              <p:nvPr/>
            </p:nvSpPr>
            <p:spPr>
              <a:xfrm>
                <a:off x="1008164" y="6066807"/>
                <a:ext cx="168410" cy="178655"/>
              </a:xfrm>
              <a:custGeom>
                <a:avLst/>
                <a:gdLst>
                  <a:gd name="connsiteX0" fmla="*/ 167770 w 168410"/>
                  <a:gd name="connsiteY0" fmla="*/ 105977 h 178655"/>
                  <a:gd name="connsiteX1" fmla="*/ 48346 w 168410"/>
                  <a:gd name="connsiteY1" fmla="*/ 105977 h 178655"/>
                  <a:gd name="connsiteX2" fmla="*/ 90288 w 168410"/>
                  <a:gd name="connsiteY2" fmla="*/ 139595 h 178655"/>
                  <a:gd name="connsiteX3" fmla="*/ 131911 w 168410"/>
                  <a:gd name="connsiteY3" fmla="*/ 121985 h 178655"/>
                  <a:gd name="connsiteX4" fmla="*/ 159766 w 168410"/>
                  <a:gd name="connsiteY4" fmla="*/ 146639 h 178655"/>
                  <a:gd name="connsiteX5" fmla="*/ 89648 w 168410"/>
                  <a:gd name="connsiteY5" fmla="*/ 178656 h 178655"/>
                  <a:gd name="connsiteX6" fmla="*/ 0 w 168410"/>
                  <a:gd name="connsiteY6" fmla="*/ 89968 h 178655"/>
                  <a:gd name="connsiteX7" fmla="*/ 0 w 168410"/>
                  <a:gd name="connsiteY7" fmla="*/ 89328 h 178655"/>
                  <a:gd name="connsiteX8" fmla="*/ 84845 w 168410"/>
                  <a:gd name="connsiteY8" fmla="*/ 0 h 178655"/>
                  <a:gd name="connsiteX9" fmla="*/ 168410 w 168410"/>
                  <a:gd name="connsiteY9" fmla="*/ 93170 h 178655"/>
                  <a:gd name="connsiteX10" fmla="*/ 168410 w 168410"/>
                  <a:gd name="connsiteY10" fmla="*/ 93810 h 178655"/>
                  <a:gd name="connsiteX11" fmla="*/ 167770 w 168410"/>
                  <a:gd name="connsiteY11" fmla="*/ 105977 h 178655"/>
                  <a:gd name="connsiteX12" fmla="*/ 84845 w 168410"/>
                  <a:gd name="connsiteY12" fmla="*/ 39061 h 178655"/>
                  <a:gd name="connsiteX13" fmla="*/ 47706 w 168410"/>
                  <a:gd name="connsiteY13" fmla="*/ 75560 h 178655"/>
                  <a:gd name="connsiteX14" fmla="*/ 121025 w 168410"/>
                  <a:gd name="connsiteY14" fmla="*/ 75560 h 178655"/>
                  <a:gd name="connsiteX15" fmla="*/ 84845 w 168410"/>
                  <a:gd name="connsiteY15" fmla="*/ 39061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53C7060F-8B1D-7278-F6B3-8FE2DD73784A}"/>
                  </a:ext>
                </a:extLst>
              </p:cNvPr>
              <p:cNvSpPr/>
              <p:nvPr/>
            </p:nvSpPr>
            <p:spPr>
              <a:xfrm>
                <a:off x="1204429" y="6066807"/>
                <a:ext cx="159445" cy="178655"/>
              </a:xfrm>
              <a:custGeom>
                <a:avLst/>
                <a:gdLst>
                  <a:gd name="connsiteX0" fmla="*/ 89328 w 159445"/>
                  <a:gd name="connsiteY0" fmla="*/ 178656 h 178655"/>
                  <a:gd name="connsiteX1" fmla="*/ 0 w 159445"/>
                  <a:gd name="connsiteY1" fmla="*/ 89968 h 178655"/>
                  <a:gd name="connsiteX2" fmla="*/ 0 w 159445"/>
                  <a:gd name="connsiteY2" fmla="*/ 89328 h 178655"/>
                  <a:gd name="connsiteX3" fmla="*/ 89968 w 159445"/>
                  <a:gd name="connsiteY3" fmla="*/ 0 h 178655"/>
                  <a:gd name="connsiteX4" fmla="*/ 158485 w 159445"/>
                  <a:gd name="connsiteY4" fmla="*/ 28815 h 178655"/>
                  <a:gd name="connsiteX5" fmla="*/ 128709 w 159445"/>
                  <a:gd name="connsiteY5" fmla="*/ 60833 h 178655"/>
                  <a:gd name="connsiteX6" fmla="*/ 89648 w 159445"/>
                  <a:gd name="connsiteY6" fmla="*/ 41942 h 178655"/>
                  <a:gd name="connsiteX7" fmla="*/ 48026 w 159445"/>
                  <a:gd name="connsiteY7" fmla="*/ 88688 h 178655"/>
                  <a:gd name="connsiteX8" fmla="*/ 48026 w 159445"/>
                  <a:gd name="connsiteY8" fmla="*/ 89328 h 178655"/>
                  <a:gd name="connsiteX9" fmla="*/ 91569 w 159445"/>
                  <a:gd name="connsiteY9" fmla="*/ 136713 h 178655"/>
                  <a:gd name="connsiteX10" fmla="*/ 130950 w 159445"/>
                  <a:gd name="connsiteY10" fmla="*/ 118463 h 178655"/>
                  <a:gd name="connsiteX11" fmla="*/ 159445 w 159445"/>
                  <a:gd name="connsiteY11" fmla="*/ 147279 h 178655"/>
                  <a:gd name="connsiteX12" fmla="*/ 89328 w 159445"/>
                  <a:gd name="connsiteY12" fmla="*/ 178656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3C47185-E26C-37B8-8DF5-C6AA5C20CB7C}"/>
                  </a:ext>
                </a:extLst>
              </p:cNvPr>
              <p:cNvSpPr/>
              <p:nvPr/>
            </p:nvSpPr>
            <p:spPr>
              <a:xfrm>
                <a:off x="1395572" y="6066807"/>
                <a:ext cx="157204" cy="174813"/>
              </a:xfrm>
              <a:custGeom>
                <a:avLst/>
                <a:gdLst>
                  <a:gd name="connsiteX0" fmla="*/ 108538 w 157204"/>
                  <a:gd name="connsiteY0" fmla="*/ 174814 h 174813"/>
                  <a:gd name="connsiteX1" fmla="*/ 108538 w 157204"/>
                  <a:gd name="connsiteY1" fmla="*/ 79082 h 174813"/>
                  <a:gd name="connsiteX2" fmla="*/ 79082 w 157204"/>
                  <a:gd name="connsiteY2" fmla="*/ 44184 h 174813"/>
                  <a:gd name="connsiteX3" fmla="*/ 48666 w 157204"/>
                  <a:gd name="connsiteY3" fmla="*/ 79082 h 174813"/>
                  <a:gd name="connsiteX4" fmla="*/ 48666 w 157204"/>
                  <a:gd name="connsiteY4" fmla="*/ 174814 h 174813"/>
                  <a:gd name="connsiteX5" fmla="*/ 0 w 157204"/>
                  <a:gd name="connsiteY5" fmla="*/ 174814 h 174813"/>
                  <a:gd name="connsiteX6" fmla="*/ 0 w 157204"/>
                  <a:gd name="connsiteY6" fmla="*/ 3202 h 174813"/>
                  <a:gd name="connsiteX7" fmla="*/ 48666 w 157204"/>
                  <a:gd name="connsiteY7" fmla="*/ 3202 h 174813"/>
                  <a:gd name="connsiteX8" fmla="*/ 48666 w 157204"/>
                  <a:gd name="connsiteY8" fmla="*/ 27535 h 174813"/>
                  <a:gd name="connsiteX9" fmla="*/ 98933 w 157204"/>
                  <a:gd name="connsiteY9" fmla="*/ 0 h 174813"/>
                  <a:gd name="connsiteX10" fmla="*/ 157204 w 157204"/>
                  <a:gd name="connsiteY10" fmla="*/ 63714 h 174813"/>
                  <a:gd name="connsiteX11" fmla="*/ 157204 w 157204"/>
                  <a:gd name="connsiteY11" fmla="*/ 174814 h 174813"/>
                  <a:gd name="connsiteX12" fmla="*/ 108538 w 157204"/>
                  <a:gd name="connsiteY12" fmla="*/ 174814 h 174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B42F8656-C099-7367-8C6E-B298A5CA3746}"/>
                  </a:ext>
                </a:extLst>
              </p:cNvPr>
              <p:cNvSpPr/>
              <p:nvPr/>
            </p:nvSpPr>
            <p:spPr>
              <a:xfrm>
                <a:off x="1586714" y="6066807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45" name="Gráfico 36">
              <a:extLst>
                <a:ext uri="{FF2B5EF4-FFF2-40B4-BE49-F238E27FC236}">
                  <a16:creationId xmlns:a16="http://schemas.microsoft.com/office/drawing/2014/main" id="{34F56EE5-886F-A24A-0449-0B989AD7FBCF}"/>
                </a:ext>
              </a:extLst>
            </p:cNvPr>
            <p:cNvGrpSpPr/>
            <p:nvPr/>
          </p:nvGrpSpPr>
          <p:grpSpPr>
            <a:xfrm>
              <a:off x="1184771" y="6303510"/>
              <a:ext cx="767450" cy="285625"/>
              <a:chOff x="1184771" y="6303510"/>
              <a:chExt cx="767450" cy="285625"/>
            </a:xfrm>
            <a:solidFill>
              <a:srgbClr val="292454"/>
            </a:solidFill>
          </p:grpSpPr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B689E231-8856-CE8A-E282-23CCA4A8E013}"/>
                  </a:ext>
                </a:extLst>
              </p:cNvPr>
              <p:cNvSpPr/>
              <p:nvPr/>
            </p:nvSpPr>
            <p:spPr>
              <a:xfrm>
                <a:off x="1184771" y="6303542"/>
                <a:ext cx="48666" cy="233725"/>
              </a:xfrm>
              <a:custGeom>
                <a:avLst/>
                <a:gdLst>
                  <a:gd name="connsiteX0" fmla="*/ 0 w 48666"/>
                  <a:gd name="connsiteY0" fmla="*/ 233725 h 233725"/>
                  <a:gd name="connsiteX1" fmla="*/ 0 w 48666"/>
                  <a:gd name="connsiteY1" fmla="*/ 0 h 233725"/>
                  <a:gd name="connsiteX2" fmla="*/ 48666 w 48666"/>
                  <a:gd name="connsiteY2" fmla="*/ 0 h 233725"/>
                  <a:gd name="connsiteX3" fmla="*/ 48666 w 48666"/>
                  <a:gd name="connsiteY3" fmla="*/ 233725 h 233725"/>
                  <a:gd name="connsiteX4" fmla="*/ 0 w 48666"/>
                  <a:gd name="connsiteY4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1BFC4E1F-EA6E-C0AA-479E-5FA68F4F0D75}"/>
                  </a:ext>
                </a:extLst>
              </p:cNvPr>
              <p:cNvSpPr/>
              <p:nvPr/>
            </p:nvSpPr>
            <p:spPr>
              <a:xfrm>
                <a:off x="1270897" y="6362453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2838D160-D812-D025-877B-ECD670362E7D}"/>
                  </a:ext>
                </a:extLst>
              </p:cNvPr>
              <p:cNvSpPr/>
              <p:nvPr/>
            </p:nvSpPr>
            <p:spPr>
              <a:xfrm>
                <a:off x="1484131" y="6362453"/>
                <a:ext cx="180256" cy="226681"/>
              </a:xfrm>
              <a:custGeom>
                <a:avLst/>
                <a:gdLst>
                  <a:gd name="connsiteX0" fmla="*/ 84525 w 180256"/>
                  <a:gd name="connsiteY0" fmla="*/ 226681 h 226681"/>
                  <a:gd name="connsiteX1" fmla="*/ 8645 w 180256"/>
                  <a:gd name="connsiteY1" fmla="*/ 208752 h 226681"/>
                  <a:gd name="connsiteX2" fmla="*/ 25294 w 180256"/>
                  <a:gd name="connsiteY2" fmla="*/ 172252 h 226681"/>
                  <a:gd name="connsiteX3" fmla="*/ 83245 w 180256"/>
                  <a:gd name="connsiteY3" fmla="*/ 187941 h 226681"/>
                  <a:gd name="connsiteX4" fmla="*/ 132231 w 180256"/>
                  <a:gd name="connsiteY4" fmla="*/ 141196 h 226681"/>
                  <a:gd name="connsiteX5" fmla="*/ 132231 w 180256"/>
                  <a:gd name="connsiteY5" fmla="*/ 132871 h 226681"/>
                  <a:gd name="connsiteX6" fmla="*/ 76201 w 180256"/>
                  <a:gd name="connsiteY6" fmla="*/ 160726 h 226681"/>
                  <a:gd name="connsiteX7" fmla="*/ 0 w 180256"/>
                  <a:gd name="connsiteY7" fmla="*/ 80683 h 226681"/>
                  <a:gd name="connsiteX8" fmla="*/ 0 w 180256"/>
                  <a:gd name="connsiteY8" fmla="*/ 80043 h 226681"/>
                  <a:gd name="connsiteX9" fmla="*/ 76201 w 180256"/>
                  <a:gd name="connsiteY9" fmla="*/ 0 h 226681"/>
                  <a:gd name="connsiteX10" fmla="*/ 131590 w 180256"/>
                  <a:gd name="connsiteY10" fmla="*/ 25614 h 226681"/>
                  <a:gd name="connsiteX11" fmla="*/ 131590 w 180256"/>
                  <a:gd name="connsiteY11" fmla="*/ 3202 h 226681"/>
                  <a:gd name="connsiteX12" fmla="*/ 180256 w 180256"/>
                  <a:gd name="connsiteY12" fmla="*/ 3202 h 226681"/>
                  <a:gd name="connsiteX13" fmla="*/ 180256 w 180256"/>
                  <a:gd name="connsiteY13" fmla="*/ 136073 h 226681"/>
                  <a:gd name="connsiteX14" fmla="*/ 84525 w 180256"/>
                  <a:gd name="connsiteY14" fmla="*/ 226681 h 226681"/>
                  <a:gd name="connsiteX15" fmla="*/ 132231 w 180256"/>
                  <a:gd name="connsiteY15" fmla="*/ 80043 h 226681"/>
                  <a:gd name="connsiteX16" fmla="*/ 90288 w 180256"/>
                  <a:gd name="connsiteY16" fmla="*/ 40342 h 226681"/>
                  <a:gd name="connsiteX17" fmla="*/ 48666 w 180256"/>
                  <a:gd name="connsiteY17" fmla="*/ 80043 h 226681"/>
                  <a:gd name="connsiteX18" fmla="*/ 48666 w 180256"/>
                  <a:gd name="connsiteY18" fmla="*/ 80683 h 226681"/>
                  <a:gd name="connsiteX19" fmla="*/ 90288 w 180256"/>
                  <a:gd name="connsiteY19" fmla="*/ 120385 h 226681"/>
                  <a:gd name="connsiteX20" fmla="*/ 132231 w 180256"/>
                  <a:gd name="connsiteY20" fmla="*/ 80683 h 226681"/>
                  <a:gd name="connsiteX21" fmla="*/ 132231 w 180256"/>
                  <a:gd name="connsiteY21" fmla="*/ 80043 h 226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8E670ECC-8D35-F6F9-5555-70C2D38FB8D7}"/>
                  </a:ext>
                </a:extLst>
              </p:cNvPr>
              <p:cNvSpPr/>
              <p:nvPr/>
            </p:nvSpPr>
            <p:spPr>
              <a:xfrm>
                <a:off x="1708892" y="6303510"/>
                <a:ext cx="51227" cy="233725"/>
              </a:xfrm>
              <a:custGeom>
                <a:avLst/>
                <a:gdLst>
                  <a:gd name="connsiteX0" fmla="*/ 0 w 51227"/>
                  <a:gd name="connsiteY0" fmla="*/ 43223 h 233725"/>
                  <a:gd name="connsiteX1" fmla="*/ 0 w 51227"/>
                  <a:gd name="connsiteY1" fmla="*/ 0 h 233725"/>
                  <a:gd name="connsiteX2" fmla="*/ 51227 w 51227"/>
                  <a:gd name="connsiteY2" fmla="*/ 0 h 233725"/>
                  <a:gd name="connsiteX3" fmla="*/ 51227 w 51227"/>
                  <a:gd name="connsiteY3" fmla="*/ 43223 h 233725"/>
                  <a:gd name="connsiteX4" fmla="*/ 0 w 51227"/>
                  <a:gd name="connsiteY4" fmla="*/ 43223 h 233725"/>
                  <a:gd name="connsiteX5" fmla="*/ 1281 w 51227"/>
                  <a:gd name="connsiteY5" fmla="*/ 233725 h 233725"/>
                  <a:gd name="connsiteX6" fmla="*/ 1281 w 51227"/>
                  <a:gd name="connsiteY6" fmla="*/ 62113 h 233725"/>
                  <a:gd name="connsiteX7" fmla="*/ 49947 w 51227"/>
                  <a:gd name="connsiteY7" fmla="*/ 62113 h 233725"/>
                  <a:gd name="connsiteX8" fmla="*/ 49947 w 51227"/>
                  <a:gd name="connsiteY8" fmla="*/ 233725 h 233725"/>
                  <a:gd name="connsiteX9" fmla="*/ 1281 w 51227"/>
                  <a:gd name="connsiteY9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32F6CFD6-B34F-C2E0-C400-DEEB48F9E0A7}"/>
                  </a:ext>
                </a:extLst>
              </p:cNvPr>
              <p:cNvSpPr/>
              <p:nvPr/>
            </p:nvSpPr>
            <p:spPr>
              <a:xfrm>
                <a:off x="1794377" y="6363734"/>
                <a:ext cx="157844" cy="176734"/>
              </a:xfrm>
              <a:custGeom>
                <a:avLst/>
                <a:gdLst>
                  <a:gd name="connsiteX0" fmla="*/ 110779 w 157844"/>
                  <a:gd name="connsiteY0" fmla="*/ 173533 h 176734"/>
                  <a:gd name="connsiteX1" fmla="*/ 110779 w 157844"/>
                  <a:gd name="connsiteY1" fmla="*/ 154963 h 176734"/>
                  <a:gd name="connsiteX2" fmla="*/ 58912 w 157844"/>
                  <a:gd name="connsiteY2" fmla="*/ 176735 h 176734"/>
                  <a:gd name="connsiteX3" fmla="*/ 0 w 157844"/>
                  <a:gd name="connsiteY3" fmla="*/ 124227 h 176734"/>
                  <a:gd name="connsiteX4" fmla="*/ 0 w 157844"/>
                  <a:gd name="connsiteY4" fmla="*/ 123586 h 176734"/>
                  <a:gd name="connsiteX5" fmla="*/ 69157 w 157844"/>
                  <a:gd name="connsiteY5" fmla="*/ 68837 h 176734"/>
                  <a:gd name="connsiteX6" fmla="*/ 111100 w 157844"/>
                  <a:gd name="connsiteY6" fmla="*/ 75881 h 176734"/>
                  <a:gd name="connsiteX7" fmla="*/ 111100 w 157844"/>
                  <a:gd name="connsiteY7" fmla="*/ 72999 h 176734"/>
                  <a:gd name="connsiteX8" fmla="*/ 74280 w 157844"/>
                  <a:gd name="connsiteY8" fmla="*/ 41622 h 176734"/>
                  <a:gd name="connsiteX9" fmla="*/ 26894 w 157844"/>
                  <a:gd name="connsiteY9" fmla="*/ 50907 h 176734"/>
                  <a:gd name="connsiteX10" fmla="*/ 14728 w 157844"/>
                  <a:gd name="connsiteY10" fmla="*/ 13767 h 176734"/>
                  <a:gd name="connsiteX11" fmla="*/ 81324 w 157844"/>
                  <a:gd name="connsiteY11" fmla="*/ 0 h 176734"/>
                  <a:gd name="connsiteX12" fmla="*/ 157845 w 157844"/>
                  <a:gd name="connsiteY12" fmla="*/ 73960 h 176734"/>
                  <a:gd name="connsiteX13" fmla="*/ 157845 w 157844"/>
                  <a:gd name="connsiteY13" fmla="*/ 173533 h 176734"/>
                  <a:gd name="connsiteX14" fmla="*/ 110779 w 157844"/>
                  <a:gd name="connsiteY14" fmla="*/ 173533 h 176734"/>
                  <a:gd name="connsiteX15" fmla="*/ 111740 w 157844"/>
                  <a:gd name="connsiteY15" fmla="*/ 104376 h 176734"/>
                  <a:gd name="connsiteX16" fmla="*/ 80683 w 157844"/>
                  <a:gd name="connsiteY16" fmla="*/ 97972 h 176734"/>
                  <a:gd name="connsiteX17" fmla="*/ 47065 w 157844"/>
                  <a:gd name="connsiteY17" fmla="*/ 121665 h 176734"/>
                  <a:gd name="connsiteX18" fmla="*/ 47065 w 157844"/>
                  <a:gd name="connsiteY18" fmla="*/ 122306 h 176734"/>
                  <a:gd name="connsiteX19" fmla="*/ 73639 w 157844"/>
                  <a:gd name="connsiteY19" fmla="*/ 143117 h 176734"/>
                  <a:gd name="connsiteX20" fmla="*/ 111740 w 157844"/>
                  <a:gd name="connsiteY20" fmla="*/ 113021 h 176734"/>
                  <a:gd name="connsiteX21" fmla="*/ 111740 w 157844"/>
                  <a:gd name="connsiteY21" fmla="*/ 104376 h 176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1" name="Gráfico 36">
              <a:extLst>
                <a:ext uri="{FF2B5EF4-FFF2-40B4-BE49-F238E27FC236}">
                  <a16:creationId xmlns:a16="http://schemas.microsoft.com/office/drawing/2014/main" id="{70357339-EE8C-2BF1-8631-1868EBE2B744}"/>
                </a:ext>
              </a:extLst>
            </p:cNvPr>
            <p:cNvGrpSpPr/>
            <p:nvPr/>
          </p:nvGrpSpPr>
          <p:grpSpPr>
            <a:xfrm>
              <a:off x="939648" y="5823573"/>
              <a:ext cx="446479" cy="111739"/>
              <a:chOff x="939648" y="5823573"/>
              <a:chExt cx="446479" cy="111739"/>
            </a:xfrm>
            <a:solidFill>
              <a:srgbClr val="FFFFFF"/>
            </a:solidFill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A24CCE25-23BB-22E6-1099-AF2EAB4B78AA}"/>
                  </a:ext>
                </a:extLst>
              </p:cNvPr>
              <p:cNvSpPr/>
              <p:nvPr/>
            </p:nvSpPr>
            <p:spPr>
              <a:xfrm>
                <a:off x="1316169" y="5828023"/>
                <a:ext cx="69957" cy="106777"/>
              </a:xfrm>
              <a:custGeom>
                <a:avLst/>
                <a:gdLst>
                  <a:gd name="connsiteX0" fmla="*/ 69957 w 69957"/>
                  <a:gd name="connsiteY0" fmla="*/ 85454 h 106777"/>
                  <a:gd name="connsiteX1" fmla="*/ 68421 w 69957"/>
                  <a:gd name="connsiteY1" fmla="*/ 85454 h 106777"/>
                  <a:gd name="connsiteX2" fmla="*/ 32081 w 69957"/>
                  <a:gd name="connsiteY2" fmla="*/ 53373 h 106777"/>
                  <a:gd name="connsiteX3" fmla="*/ 32081 w 69957"/>
                  <a:gd name="connsiteY3" fmla="*/ 52956 h 106777"/>
                  <a:gd name="connsiteX4" fmla="*/ 66916 w 69957"/>
                  <a:gd name="connsiteY4" fmla="*/ 21259 h 106777"/>
                  <a:gd name="connsiteX5" fmla="*/ 69957 w 69957"/>
                  <a:gd name="connsiteY5" fmla="*/ 21355 h 106777"/>
                  <a:gd name="connsiteX6" fmla="*/ 69957 w 69957"/>
                  <a:gd name="connsiteY6" fmla="*/ 32 h 106777"/>
                  <a:gd name="connsiteX7" fmla="*/ 67172 w 69957"/>
                  <a:gd name="connsiteY7" fmla="*/ 0 h 106777"/>
                  <a:gd name="connsiteX8" fmla="*/ 0 w 69957"/>
                  <a:gd name="connsiteY8" fmla="*/ 53405 h 106777"/>
                  <a:gd name="connsiteX9" fmla="*/ 0 w 69957"/>
                  <a:gd name="connsiteY9" fmla="*/ 53789 h 106777"/>
                  <a:gd name="connsiteX10" fmla="*/ 66660 w 69957"/>
                  <a:gd name="connsiteY10" fmla="*/ 106777 h 106777"/>
                  <a:gd name="connsiteX11" fmla="*/ 69925 w 69957"/>
                  <a:gd name="connsiteY11" fmla="*/ 106713 h 106777"/>
                  <a:gd name="connsiteX12" fmla="*/ 69925 w 69957"/>
                  <a:gd name="connsiteY12" fmla="*/ 85422 h 106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2D617EB0-1E2A-87F9-A628-95A063CE42DF}"/>
                  </a:ext>
                </a:extLst>
              </p:cNvPr>
              <p:cNvSpPr/>
              <p:nvPr/>
            </p:nvSpPr>
            <p:spPr>
              <a:xfrm>
                <a:off x="939648" y="5823573"/>
                <a:ext cx="100982" cy="111739"/>
              </a:xfrm>
              <a:custGeom>
                <a:avLst/>
                <a:gdLst>
                  <a:gd name="connsiteX0" fmla="*/ 59552 w 100982"/>
                  <a:gd name="connsiteY0" fmla="*/ 45144 h 111739"/>
                  <a:gd name="connsiteX1" fmla="*/ 33778 w 100982"/>
                  <a:gd name="connsiteY1" fmla="*/ 30865 h 111739"/>
                  <a:gd name="connsiteX2" fmla="*/ 33778 w 100982"/>
                  <a:gd name="connsiteY2" fmla="*/ 30544 h 111739"/>
                  <a:gd name="connsiteX3" fmla="*/ 50587 w 100982"/>
                  <a:gd name="connsiteY3" fmla="*/ 21099 h 111739"/>
                  <a:gd name="connsiteX4" fmla="*/ 68677 w 100982"/>
                  <a:gd name="connsiteY4" fmla="*/ 24525 h 111739"/>
                  <a:gd name="connsiteX5" fmla="*/ 68677 w 100982"/>
                  <a:gd name="connsiteY5" fmla="*/ 1793 h 111739"/>
                  <a:gd name="connsiteX6" fmla="*/ 50971 w 100982"/>
                  <a:gd name="connsiteY6" fmla="*/ 0 h 111739"/>
                  <a:gd name="connsiteX7" fmla="*/ 5251 w 100982"/>
                  <a:gd name="connsiteY7" fmla="*/ 32754 h 111739"/>
                  <a:gd name="connsiteX8" fmla="*/ 5251 w 100982"/>
                  <a:gd name="connsiteY8" fmla="*/ 33042 h 111739"/>
                  <a:gd name="connsiteX9" fmla="*/ 48538 w 100982"/>
                  <a:gd name="connsiteY9" fmla="*/ 66243 h 111739"/>
                  <a:gd name="connsiteX10" fmla="*/ 72423 w 100982"/>
                  <a:gd name="connsiteY10" fmla="*/ 80075 h 111739"/>
                  <a:gd name="connsiteX11" fmla="*/ 72423 w 100982"/>
                  <a:gd name="connsiteY11" fmla="*/ 80395 h 111739"/>
                  <a:gd name="connsiteX12" fmla="*/ 53565 w 100982"/>
                  <a:gd name="connsiteY12" fmla="*/ 90641 h 111739"/>
                  <a:gd name="connsiteX13" fmla="*/ 17001 w 100982"/>
                  <a:gd name="connsiteY13" fmla="*/ 77450 h 111739"/>
                  <a:gd name="connsiteX14" fmla="*/ 0 w 100982"/>
                  <a:gd name="connsiteY14" fmla="*/ 94355 h 111739"/>
                  <a:gd name="connsiteX15" fmla="*/ 53020 w 100982"/>
                  <a:gd name="connsiteY15" fmla="*/ 111740 h 111739"/>
                  <a:gd name="connsiteX16" fmla="*/ 100982 w 100982"/>
                  <a:gd name="connsiteY16" fmla="*/ 78058 h 111739"/>
                  <a:gd name="connsiteX17" fmla="*/ 100982 w 100982"/>
                  <a:gd name="connsiteY17" fmla="*/ 77738 h 111739"/>
                  <a:gd name="connsiteX18" fmla="*/ 59552 w 100982"/>
                  <a:gd name="connsiteY18" fmla="*/ 45144 h 111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27E60359-150D-E827-22C0-D1AD9F505193}"/>
                  </a:ext>
                </a:extLst>
              </p:cNvPr>
              <p:cNvSpPr/>
              <p:nvPr/>
            </p:nvSpPr>
            <p:spPr>
              <a:xfrm>
                <a:off x="1037044" y="5839101"/>
                <a:ext cx="98164" cy="92721"/>
              </a:xfrm>
              <a:custGeom>
                <a:avLst/>
                <a:gdLst>
                  <a:gd name="connsiteX0" fmla="*/ 27983 w 98164"/>
                  <a:gd name="connsiteY0" fmla="*/ 39253 h 92721"/>
                  <a:gd name="connsiteX1" fmla="*/ 49787 w 98164"/>
                  <a:gd name="connsiteY1" fmla="*/ 20299 h 92721"/>
                  <a:gd name="connsiteX2" fmla="*/ 71014 w 98164"/>
                  <a:gd name="connsiteY2" fmla="*/ 39253 h 92721"/>
                  <a:gd name="connsiteX3" fmla="*/ 27983 w 98164"/>
                  <a:gd name="connsiteY3" fmla="*/ 39253 h 92721"/>
                  <a:gd name="connsiteX4" fmla="*/ 49787 w 98164"/>
                  <a:gd name="connsiteY4" fmla="*/ 32 h 92721"/>
                  <a:gd name="connsiteX5" fmla="*/ 0 w 98164"/>
                  <a:gd name="connsiteY5" fmla="*/ 46393 h 92721"/>
                  <a:gd name="connsiteX6" fmla="*/ 0 w 98164"/>
                  <a:gd name="connsiteY6" fmla="*/ 46713 h 92721"/>
                  <a:gd name="connsiteX7" fmla="*/ 52604 w 98164"/>
                  <a:gd name="connsiteY7" fmla="*/ 92722 h 92721"/>
                  <a:gd name="connsiteX8" fmla="*/ 57151 w 98164"/>
                  <a:gd name="connsiteY8" fmla="*/ 92594 h 92721"/>
                  <a:gd name="connsiteX9" fmla="*/ 57151 w 98164"/>
                  <a:gd name="connsiteY9" fmla="*/ 72295 h 92721"/>
                  <a:gd name="connsiteX10" fmla="*/ 52956 w 98164"/>
                  <a:gd name="connsiteY10" fmla="*/ 72455 h 92721"/>
                  <a:gd name="connsiteX11" fmla="*/ 28335 w 98164"/>
                  <a:gd name="connsiteY11" fmla="*/ 55005 h 92721"/>
                  <a:gd name="connsiteX12" fmla="*/ 97812 w 98164"/>
                  <a:gd name="connsiteY12" fmla="*/ 55005 h 92721"/>
                  <a:gd name="connsiteX13" fmla="*/ 98165 w 98164"/>
                  <a:gd name="connsiteY13" fmla="*/ 48666 h 92721"/>
                  <a:gd name="connsiteX14" fmla="*/ 98165 w 98164"/>
                  <a:gd name="connsiteY14" fmla="*/ 48346 h 92721"/>
                  <a:gd name="connsiteX15" fmla="*/ 49755 w 98164"/>
                  <a:gd name="connsiteY15" fmla="*/ 0 h 92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BF69481E-DC03-E536-AD7B-36F7280BA6E1}"/>
                  </a:ext>
                </a:extLst>
              </p:cNvPr>
              <p:cNvSpPr/>
              <p:nvPr/>
            </p:nvSpPr>
            <p:spPr>
              <a:xfrm>
                <a:off x="1134024" y="5840125"/>
                <a:ext cx="91825" cy="90064"/>
              </a:xfrm>
              <a:custGeom>
                <a:avLst/>
                <a:gdLst>
                  <a:gd name="connsiteX0" fmla="*/ 91825 w 91825"/>
                  <a:gd name="connsiteY0" fmla="*/ 42903 h 90064"/>
                  <a:gd name="connsiteX1" fmla="*/ 45945 w 91825"/>
                  <a:gd name="connsiteY1" fmla="*/ 0 h 90064"/>
                  <a:gd name="connsiteX2" fmla="*/ 0 w 91825"/>
                  <a:gd name="connsiteY2" fmla="*/ 42903 h 90064"/>
                  <a:gd name="connsiteX3" fmla="*/ 0 w 91825"/>
                  <a:gd name="connsiteY3" fmla="*/ 90064 h 90064"/>
                  <a:gd name="connsiteX4" fmla="*/ 28879 w 91825"/>
                  <a:gd name="connsiteY4" fmla="*/ 90064 h 90064"/>
                  <a:gd name="connsiteX5" fmla="*/ 28879 w 91825"/>
                  <a:gd name="connsiteY5" fmla="*/ 41174 h 90064"/>
                  <a:gd name="connsiteX6" fmla="*/ 45945 w 91825"/>
                  <a:gd name="connsiteY6" fmla="*/ 21740 h 90064"/>
                  <a:gd name="connsiteX7" fmla="*/ 63234 w 91825"/>
                  <a:gd name="connsiteY7" fmla="*/ 41174 h 90064"/>
                  <a:gd name="connsiteX8" fmla="*/ 63234 w 91825"/>
                  <a:gd name="connsiteY8" fmla="*/ 90064 h 90064"/>
                  <a:gd name="connsiteX9" fmla="*/ 91825 w 91825"/>
                  <a:gd name="connsiteY9" fmla="*/ 90064 h 90064"/>
                  <a:gd name="connsiteX10" fmla="*/ 91825 w 91825"/>
                  <a:gd name="connsiteY10" fmla="*/ 42903 h 90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FA7F57D5-F565-BFE2-7975-39A02AC5667A}"/>
                  </a:ext>
                </a:extLst>
              </p:cNvPr>
              <p:cNvSpPr/>
              <p:nvPr/>
            </p:nvSpPr>
            <p:spPr>
              <a:xfrm>
                <a:off x="1225048" y="5839645"/>
                <a:ext cx="92625" cy="91729"/>
              </a:xfrm>
              <a:custGeom>
                <a:avLst/>
                <a:gdLst>
                  <a:gd name="connsiteX0" fmla="*/ 47738 w 92625"/>
                  <a:gd name="connsiteY0" fmla="*/ 0 h 91729"/>
                  <a:gd name="connsiteX1" fmla="*/ 40918 w 92625"/>
                  <a:gd name="connsiteY1" fmla="*/ 64 h 91729"/>
                  <a:gd name="connsiteX2" fmla="*/ 40918 w 92625"/>
                  <a:gd name="connsiteY2" fmla="*/ 21612 h 91729"/>
                  <a:gd name="connsiteX3" fmla="*/ 57503 w 92625"/>
                  <a:gd name="connsiteY3" fmla="*/ 24397 h 91729"/>
                  <a:gd name="connsiteX4" fmla="*/ 65187 w 92625"/>
                  <a:gd name="connsiteY4" fmla="*/ 37428 h 91729"/>
                  <a:gd name="connsiteX5" fmla="*/ 43992 w 92625"/>
                  <a:gd name="connsiteY5" fmla="*/ 35923 h 91729"/>
                  <a:gd name="connsiteX6" fmla="*/ 544 w 92625"/>
                  <a:gd name="connsiteY6" fmla="*/ 58655 h 91729"/>
                  <a:gd name="connsiteX7" fmla="*/ 384 w 92625"/>
                  <a:gd name="connsiteY7" fmla="*/ 59488 h 91729"/>
                  <a:gd name="connsiteX8" fmla="*/ 352 w 92625"/>
                  <a:gd name="connsiteY8" fmla="*/ 59776 h 91729"/>
                  <a:gd name="connsiteX9" fmla="*/ 0 w 92625"/>
                  <a:gd name="connsiteY9" fmla="*/ 64130 h 91729"/>
                  <a:gd name="connsiteX10" fmla="*/ 0 w 92625"/>
                  <a:gd name="connsiteY10" fmla="*/ 64451 h 91729"/>
                  <a:gd name="connsiteX11" fmla="*/ 34547 w 92625"/>
                  <a:gd name="connsiteY11" fmla="*/ 91729 h 91729"/>
                  <a:gd name="connsiteX12" fmla="*/ 64995 w 92625"/>
                  <a:gd name="connsiteY12" fmla="*/ 80427 h 91729"/>
                  <a:gd name="connsiteX13" fmla="*/ 64995 w 92625"/>
                  <a:gd name="connsiteY13" fmla="*/ 90705 h 91729"/>
                  <a:gd name="connsiteX14" fmla="*/ 92626 w 92625"/>
                  <a:gd name="connsiteY14" fmla="*/ 90705 h 91729"/>
                  <a:gd name="connsiteX15" fmla="*/ 92626 w 92625"/>
                  <a:gd name="connsiteY15" fmla="*/ 38421 h 91729"/>
                  <a:gd name="connsiteX16" fmla="*/ 47738 w 92625"/>
                  <a:gd name="connsiteY16" fmla="*/ 64 h 91729"/>
                  <a:gd name="connsiteX17" fmla="*/ 65283 w 92625"/>
                  <a:gd name="connsiteY17" fmla="*/ 58944 h 91729"/>
                  <a:gd name="connsiteX18" fmla="*/ 46297 w 92625"/>
                  <a:gd name="connsiteY18" fmla="*/ 74088 h 91729"/>
                  <a:gd name="connsiteX19" fmla="*/ 31089 w 92625"/>
                  <a:gd name="connsiteY19" fmla="*/ 55838 h 91729"/>
                  <a:gd name="connsiteX20" fmla="*/ 65347 w 92625"/>
                  <a:gd name="connsiteY20" fmla="*/ 53180 h 91729"/>
                  <a:gd name="connsiteX21" fmla="*/ 65251 w 92625"/>
                  <a:gd name="connsiteY21" fmla="*/ 58944 h 9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469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ão_de_texto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DD877122-10EA-242D-3597-53E7D7857A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038" y="-2890313"/>
            <a:ext cx="6041572" cy="1019077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F1F8868-5D6D-0897-B543-82E5DECE15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01370" y="1314146"/>
            <a:ext cx="6081150" cy="478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46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AB051685-884F-B9C6-3298-4F2B46E688F2}"/>
              </a:ext>
            </a:extLst>
          </p:cNvPr>
          <p:cNvSpPr/>
          <p:nvPr userDrawn="1"/>
        </p:nvSpPr>
        <p:spPr>
          <a:xfrm>
            <a:off x="9374592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021BBAF-88D5-2B9E-EA78-1F1ED4BA82CF}"/>
              </a:ext>
            </a:extLst>
          </p:cNvPr>
          <p:cNvSpPr/>
          <p:nvPr userDrawn="1"/>
        </p:nvSpPr>
        <p:spPr>
          <a:xfrm>
            <a:off x="9374592" y="3883030"/>
            <a:ext cx="3028051" cy="297497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9B4FB21-7433-E4CA-E380-6BF6BEE66DD2}"/>
              </a:ext>
            </a:extLst>
          </p:cNvPr>
          <p:cNvSpPr/>
          <p:nvPr userDrawn="1"/>
        </p:nvSpPr>
        <p:spPr>
          <a:xfrm>
            <a:off x="-41413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42EA1B5-89E4-7E7A-55B8-786501C2FB66}"/>
              </a:ext>
            </a:extLst>
          </p:cNvPr>
          <p:cNvSpPr/>
          <p:nvPr userDrawn="1"/>
        </p:nvSpPr>
        <p:spPr>
          <a:xfrm>
            <a:off x="-41413" y="0"/>
            <a:ext cx="3028051" cy="297497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741F4B80-37CC-DFA9-12CF-12053C03B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9" name="Retângulo 28">
            <a:extLst>
              <a:ext uri="{FF2B5EF4-FFF2-40B4-BE49-F238E27FC236}">
                <a16:creationId xmlns:a16="http://schemas.microsoft.com/office/drawing/2014/main" id="{39246D07-658D-2AF3-05F6-D2C6F615C53F}"/>
              </a:ext>
            </a:extLst>
          </p:cNvPr>
          <p:cNvSpPr/>
          <p:nvPr userDrawn="1"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9" name="Gráfico 36">
            <a:extLst>
              <a:ext uri="{FF2B5EF4-FFF2-40B4-BE49-F238E27FC236}">
                <a16:creationId xmlns:a16="http://schemas.microsoft.com/office/drawing/2014/main" id="{0742BFAE-8737-6C16-D888-0187978CD16D}"/>
              </a:ext>
            </a:extLst>
          </p:cNvPr>
          <p:cNvGrpSpPr/>
          <p:nvPr/>
        </p:nvGrpSpPr>
        <p:grpSpPr>
          <a:xfrm>
            <a:off x="10058130" y="1268754"/>
            <a:ext cx="1805313" cy="1805313"/>
            <a:chOff x="8883747" y="1268755"/>
            <a:chExt cx="1805313" cy="1805313"/>
          </a:xfrm>
          <a:noFill/>
        </p:grpSpPr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90B5C19-8113-DC51-A8E3-9D2556BD5B13}"/>
                </a:ext>
              </a:extLst>
            </p:cNvPr>
            <p:cNvSpPr/>
            <p:nvPr/>
          </p:nvSpPr>
          <p:spPr>
            <a:xfrm>
              <a:off x="1008728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6018648A-D8EB-CF96-E477-A37D80FC250F}"/>
                </a:ext>
              </a:extLst>
            </p:cNvPr>
            <p:cNvSpPr/>
            <p:nvPr/>
          </p:nvSpPr>
          <p:spPr>
            <a:xfrm>
              <a:off x="988669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747598E-5CF9-7974-6928-F10DD6E9D0BF}"/>
                </a:ext>
              </a:extLst>
            </p:cNvPr>
            <p:cNvSpPr/>
            <p:nvPr/>
          </p:nvSpPr>
          <p:spPr>
            <a:xfrm>
              <a:off x="968610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EA27A1DA-46C3-3EF6-6DEE-E328EEBC6794}"/>
                </a:ext>
              </a:extLst>
            </p:cNvPr>
            <p:cNvSpPr/>
            <p:nvPr/>
          </p:nvSpPr>
          <p:spPr>
            <a:xfrm>
              <a:off x="948551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33ADA27F-B504-6260-DC33-F8C4B37BC948}"/>
                </a:ext>
              </a:extLst>
            </p:cNvPr>
            <p:cNvSpPr/>
            <p:nvPr/>
          </p:nvSpPr>
          <p:spPr>
            <a:xfrm>
              <a:off x="928492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D84E28D4-AAEE-60E3-454E-5274B937CDC5}"/>
                </a:ext>
              </a:extLst>
            </p:cNvPr>
            <p:cNvSpPr/>
            <p:nvPr/>
          </p:nvSpPr>
          <p:spPr>
            <a:xfrm>
              <a:off x="9084337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895BA14C-4D19-5444-20AC-6B4A3B93422B}"/>
                </a:ext>
              </a:extLst>
            </p:cNvPr>
            <p:cNvSpPr/>
            <p:nvPr/>
          </p:nvSpPr>
          <p:spPr>
            <a:xfrm>
              <a:off x="8883747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FD9C96D0-43CA-5B16-24E2-30C903FD4915}"/>
                </a:ext>
              </a:extLst>
            </p:cNvPr>
            <p:cNvSpPr/>
            <p:nvPr/>
          </p:nvSpPr>
          <p:spPr>
            <a:xfrm>
              <a:off x="8883747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3CC41DC7-7323-58A8-6F66-174F0D6576B1}"/>
                </a:ext>
              </a:extLst>
            </p:cNvPr>
            <p:cNvSpPr/>
            <p:nvPr/>
          </p:nvSpPr>
          <p:spPr>
            <a:xfrm>
              <a:off x="8883747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1B64D781-24A8-B5F2-EDD4-645748835178}"/>
                </a:ext>
              </a:extLst>
            </p:cNvPr>
            <p:cNvSpPr/>
            <p:nvPr/>
          </p:nvSpPr>
          <p:spPr>
            <a:xfrm>
              <a:off x="8883747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359E1369-C510-D9EE-DBDA-116C1DDA7B2F}"/>
                </a:ext>
              </a:extLst>
            </p:cNvPr>
            <p:cNvSpPr/>
            <p:nvPr/>
          </p:nvSpPr>
          <p:spPr>
            <a:xfrm>
              <a:off x="8883747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FD186BAC-92BE-FA8C-4F66-C3E55902B7E0}"/>
                </a:ext>
              </a:extLst>
            </p:cNvPr>
            <p:cNvSpPr/>
            <p:nvPr/>
          </p:nvSpPr>
          <p:spPr>
            <a:xfrm>
              <a:off x="9084337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5BB467AB-D644-44B5-AF4D-B12529C88FB8}"/>
                </a:ext>
              </a:extLst>
            </p:cNvPr>
            <p:cNvSpPr/>
            <p:nvPr/>
          </p:nvSpPr>
          <p:spPr>
            <a:xfrm>
              <a:off x="928492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41089473-19B3-23F1-6D97-C2393E264D4D}"/>
                </a:ext>
              </a:extLst>
            </p:cNvPr>
            <p:cNvSpPr/>
            <p:nvPr/>
          </p:nvSpPr>
          <p:spPr>
            <a:xfrm>
              <a:off x="948551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13BBE9BE-FCF6-0A1A-9FCC-3D2C3CD87663}"/>
                </a:ext>
              </a:extLst>
            </p:cNvPr>
            <p:cNvSpPr/>
            <p:nvPr/>
          </p:nvSpPr>
          <p:spPr>
            <a:xfrm>
              <a:off x="968610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94D1CF66-DEAA-D0C1-E7B7-A801326B6B80}"/>
                </a:ext>
              </a:extLst>
            </p:cNvPr>
            <p:cNvSpPr/>
            <p:nvPr/>
          </p:nvSpPr>
          <p:spPr>
            <a:xfrm>
              <a:off x="988669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4DCC8F7F-6BB3-F7A0-748C-AA330D270BB8}"/>
                </a:ext>
              </a:extLst>
            </p:cNvPr>
            <p:cNvSpPr/>
            <p:nvPr/>
          </p:nvSpPr>
          <p:spPr>
            <a:xfrm>
              <a:off x="1008728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85E73F31-667A-04AA-35C6-7D3006806632}"/>
                </a:ext>
              </a:extLst>
            </p:cNvPr>
            <p:cNvSpPr/>
            <p:nvPr/>
          </p:nvSpPr>
          <p:spPr>
            <a:xfrm>
              <a:off x="10287880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0007894-2C33-B3BC-8BF3-823E60DD1F03}"/>
                </a:ext>
              </a:extLst>
            </p:cNvPr>
            <p:cNvSpPr/>
            <p:nvPr/>
          </p:nvSpPr>
          <p:spPr>
            <a:xfrm>
              <a:off x="10488470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4A27D70C-1DCB-622B-5284-322D616011FC}"/>
                </a:ext>
              </a:extLst>
            </p:cNvPr>
            <p:cNvSpPr/>
            <p:nvPr/>
          </p:nvSpPr>
          <p:spPr>
            <a:xfrm>
              <a:off x="10488470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9F794027-2889-4F14-1DA1-2FB91DD88E28}"/>
                </a:ext>
              </a:extLst>
            </p:cNvPr>
            <p:cNvSpPr/>
            <p:nvPr/>
          </p:nvSpPr>
          <p:spPr>
            <a:xfrm>
              <a:off x="10488470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2516512A-1764-DBFC-19C2-5680BB3DC62B}"/>
                </a:ext>
              </a:extLst>
            </p:cNvPr>
            <p:cNvSpPr/>
            <p:nvPr/>
          </p:nvSpPr>
          <p:spPr>
            <a:xfrm>
              <a:off x="10488470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AE894A59-6C9F-AFD1-2B6E-B604A60659F8}"/>
                </a:ext>
              </a:extLst>
            </p:cNvPr>
            <p:cNvSpPr/>
            <p:nvPr/>
          </p:nvSpPr>
          <p:spPr>
            <a:xfrm>
              <a:off x="10488470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0238BF91-D4C6-869E-96EC-B48D6A7EF516}"/>
                </a:ext>
              </a:extLst>
            </p:cNvPr>
            <p:cNvSpPr/>
            <p:nvPr/>
          </p:nvSpPr>
          <p:spPr>
            <a:xfrm>
              <a:off x="10287880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CBFB7D4F-6F1C-AAAD-6666-4C9DBB6D18DF}"/>
              </a:ext>
            </a:extLst>
          </p:cNvPr>
          <p:cNvSpPr/>
          <p:nvPr/>
        </p:nvSpPr>
        <p:spPr>
          <a:xfrm>
            <a:off x="492264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C8D62AD7-8FB8-49BA-1F49-8F636135B39F}"/>
              </a:ext>
            </a:extLst>
          </p:cNvPr>
          <p:cNvSpPr/>
          <p:nvPr/>
        </p:nvSpPr>
        <p:spPr>
          <a:xfrm>
            <a:off x="3367747" y="-960479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18DE62A5-4D96-DAB0-B8E7-8529240D33C1}"/>
              </a:ext>
            </a:extLst>
          </p:cNvPr>
          <p:cNvSpPr/>
          <p:nvPr/>
        </p:nvSpPr>
        <p:spPr>
          <a:xfrm>
            <a:off x="7389196" y="-113927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0614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áfico 14">
            <a:extLst>
              <a:ext uri="{FF2B5EF4-FFF2-40B4-BE49-F238E27FC236}">
                <a16:creationId xmlns:a16="http://schemas.microsoft.com/office/drawing/2014/main" id="{D322F86B-56DF-88A8-36EC-24B467D1E3C0}"/>
              </a:ext>
            </a:extLst>
          </p:cNvPr>
          <p:cNvGrpSpPr/>
          <p:nvPr/>
        </p:nvGrpSpPr>
        <p:grpSpPr>
          <a:xfrm>
            <a:off x="7106200" y="1171256"/>
            <a:ext cx="2657551" cy="1627045"/>
            <a:chOff x="2448692" y="479761"/>
            <a:chExt cx="3321940" cy="2033807"/>
          </a:xfrm>
          <a:noFill/>
        </p:grpSpPr>
        <p:grpSp>
          <p:nvGrpSpPr>
            <p:cNvPr id="18" name="Gráfico 14">
              <a:extLst>
                <a:ext uri="{FF2B5EF4-FFF2-40B4-BE49-F238E27FC236}">
                  <a16:creationId xmlns:a16="http://schemas.microsoft.com/office/drawing/2014/main" id="{FF7B6538-C184-1023-257A-21336C819B77}"/>
                </a:ext>
              </a:extLst>
            </p:cNvPr>
            <p:cNvGrpSpPr/>
            <p:nvPr/>
          </p:nvGrpSpPr>
          <p:grpSpPr>
            <a:xfrm>
              <a:off x="2448692" y="479761"/>
              <a:ext cx="1627046" cy="2033807"/>
              <a:chOff x="2448692" y="479761"/>
              <a:chExt cx="1627046" cy="2033807"/>
            </a:xfrm>
            <a:noFill/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B6A7A99-76E2-0BBC-DE48-CABC08C189C3}"/>
                  </a:ext>
                </a:extLst>
              </p:cNvPr>
              <p:cNvSpPr/>
              <p:nvPr/>
            </p:nvSpPr>
            <p:spPr>
              <a:xfrm>
                <a:off x="3668976" y="1293284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A894600-BD83-844A-2D56-6F5029A73575}"/>
                  </a:ext>
                </a:extLst>
              </p:cNvPr>
              <p:cNvSpPr/>
              <p:nvPr/>
            </p:nvSpPr>
            <p:spPr>
              <a:xfrm>
                <a:off x="3262215" y="886523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9EA77C4-C9AE-3CE0-F6FD-10AC03BA7343}"/>
                  </a:ext>
                </a:extLst>
              </p:cNvPr>
              <p:cNvSpPr/>
              <p:nvPr/>
            </p:nvSpPr>
            <p:spPr>
              <a:xfrm>
                <a:off x="2855453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96B41D48-5CBC-7627-F9D7-96DD74559269}"/>
                  </a:ext>
                </a:extLst>
              </p:cNvPr>
              <p:cNvSpPr/>
              <p:nvPr/>
            </p:nvSpPr>
            <p:spPr>
              <a:xfrm>
                <a:off x="2448692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BB1CCDC0-AD82-C591-7312-29DEB213E7B6}"/>
                  </a:ext>
                </a:extLst>
              </p:cNvPr>
              <p:cNvSpPr/>
              <p:nvPr/>
            </p:nvSpPr>
            <p:spPr>
              <a:xfrm>
                <a:off x="3262215" y="1700046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4C8F42AF-47A9-11D8-8AF4-F99F8D45E460}"/>
                  </a:ext>
                </a:extLst>
              </p:cNvPr>
              <p:cNvSpPr/>
              <p:nvPr/>
            </p:nvSpPr>
            <p:spPr>
              <a:xfrm>
                <a:off x="2855453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E23CEC4C-8B93-C917-063E-96FF92DE96AD}"/>
                  </a:ext>
                </a:extLst>
              </p:cNvPr>
              <p:cNvSpPr/>
              <p:nvPr/>
            </p:nvSpPr>
            <p:spPr>
              <a:xfrm>
                <a:off x="2448692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0C7C7AE-4457-9464-51CA-56790C028356}"/>
                </a:ext>
              </a:extLst>
            </p:cNvPr>
            <p:cNvSpPr/>
            <p:nvPr/>
          </p:nvSpPr>
          <p:spPr>
            <a:xfrm>
              <a:off x="5363870" y="129328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BF5A7CB-34F8-EF72-5E62-DD0E48D32948}"/>
                </a:ext>
              </a:extLst>
            </p:cNvPr>
            <p:cNvSpPr/>
            <p:nvPr/>
          </p:nvSpPr>
          <p:spPr>
            <a:xfrm>
              <a:off x="4957109" y="8865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5B8F220E-35A2-6AEA-5675-99E58AF7CD32}"/>
                </a:ext>
              </a:extLst>
            </p:cNvPr>
            <p:cNvSpPr/>
            <p:nvPr/>
          </p:nvSpPr>
          <p:spPr>
            <a:xfrm>
              <a:off x="4550347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CEB459-1C7C-44B2-3A7D-FF023813F773}"/>
                </a:ext>
              </a:extLst>
            </p:cNvPr>
            <p:cNvSpPr/>
            <p:nvPr/>
          </p:nvSpPr>
          <p:spPr>
            <a:xfrm>
              <a:off x="4143586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9B595B2B-AB81-3B09-7FE8-12530859B4B8}"/>
                </a:ext>
              </a:extLst>
            </p:cNvPr>
            <p:cNvSpPr/>
            <p:nvPr/>
          </p:nvSpPr>
          <p:spPr>
            <a:xfrm>
              <a:off x="4957109" y="170004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27B195D-DDC7-DED0-CCF0-26DD4E4D82B5}"/>
                </a:ext>
              </a:extLst>
            </p:cNvPr>
            <p:cNvSpPr/>
            <p:nvPr/>
          </p:nvSpPr>
          <p:spPr>
            <a:xfrm>
              <a:off x="4550347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D4C4B9A-0DA7-4D7B-0B34-C2AC146C9230}"/>
                </a:ext>
              </a:extLst>
            </p:cNvPr>
            <p:cNvSpPr/>
            <p:nvPr/>
          </p:nvSpPr>
          <p:spPr>
            <a:xfrm>
              <a:off x="4143586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" name="Gráfico 14">
            <a:extLst>
              <a:ext uri="{FF2B5EF4-FFF2-40B4-BE49-F238E27FC236}">
                <a16:creationId xmlns:a16="http://schemas.microsoft.com/office/drawing/2014/main" id="{06818AF9-861A-3339-AFE5-1C0FE120885E}"/>
              </a:ext>
            </a:extLst>
          </p:cNvPr>
          <p:cNvGrpSpPr/>
          <p:nvPr/>
        </p:nvGrpSpPr>
        <p:grpSpPr>
          <a:xfrm>
            <a:off x="9655648" y="4093567"/>
            <a:ext cx="1627045" cy="1627045"/>
            <a:chOff x="2516539" y="-3857862"/>
            <a:chExt cx="2033807" cy="2033807"/>
          </a:xfrm>
          <a:noFill/>
        </p:grpSpPr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8128724-AB0D-496A-0C21-46F8F30C16A4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92542A5-9A50-F33F-63EB-A3F8FEFC880C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33BB3536-4348-91E8-734C-9B03812A9E6B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50271B4-6D96-8B4A-6884-EE8CF2DC6168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24E4985C-B462-F9F4-C316-987B8968BBD8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E653B3B0-BB15-C6D0-E37A-57EFCE843E86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91EAB55F-41F1-0D3F-7963-9C07FB88A6F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9FD0134C-20DD-5FDC-2B57-FF84F11AC6DC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34EBC4CD-ADE7-DDF8-F3E9-E69965F1632B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D77EE3ED-5B48-1F29-A189-837D52315347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9B0E96F7-4AD0-3495-0282-08EB5AF73DF4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BE8478CB-2847-AAEA-F819-20285AA7E279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6" name="Gráfico 14">
            <a:extLst>
              <a:ext uri="{FF2B5EF4-FFF2-40B4-BE49-F238E27FC236}">
                <a16:creationId xmlns:a16="http://schemas.microsoft.com/office/drawing/2014/main" id="{BE5BCE17-4454-E0B5-791E-3B4BBAFF2B0D}"/>
              </a:ext>
            </a:extLst>
          </p:cNvPr>
          <p:cNvGrpSpPr/>
          <p:nvPr/>
        </p:nvGrpSpPr>
        <p:grpSpPr>
          <a:xfrm>
            <a:off x="3376175" y="4486919"/>
            <a:ext cx="1627045" cy="1301636"/>
            <a:chOff x="6787536" y="683142"/>
            <a:chExt cx="2033807" cy="1627046"/>
          </a:xfrm>
          <a:noFill/>
        </p:grpSpPr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E9BB1495-1168-1AF9-F0D4-708AFABC08BD}"/>
                </a:ext>
              </a:extLst>
            </p:cNvPr>
            <p:cNvSpPr/>
            <p:nvPr/>
          </p:nvSpPr>
          <p:spPr>
            <a:xfrm>
              <a:off x="7601059" y="68314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5530A886-E456-4623-6825-7904B95DA384}"/>
                </a:ext>
              </a:extLst>
            </p:cNvPr>
            <p:cNvSpPr/>
            <p:nvPr/>
          </p:nvSpPr>
          <p:spPr>
            <a:xfrm>
              <a:off x="7194297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0595BDCA-0CD8-A0B1-9B09-09ED20A048A7}"/>
                </a:ext>
              </a:extLst>
            </p:cNvPr>
            <p:cNvSpPr/>
            <p:nvPr/>
          </p:nvSpPr>
          <p:spPr>
            <a:xfrm>
              <a:off x="6787536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8D6F9B83-4D7F-423B-8C6F-220BD2F42D7F}"/>
                </a:ext>
              </a:extLst>
            </p:cNvPr>
            <p:cNvSpPr/>
            <p:nvPr/>
          </p:nvSpPr>
          <p:spPr>
            <a:xfrm>
              <a:off x="6787536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3AE14B7-6243-0E9C-7C15-6394BBA19C0D}"/>
                </a:ext>
              </a:extLst>
            </p:cNvPr>
            <p:cNvSpPr/>
            <p:nvPr/>
          </p:nvSpPr>
          <p:spPr>
            <a:xfrm>
              <a:off x="7194297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DC35D14A-8162-A440-1491-B245D16F524D}"/>
                </a:ext>
              </a:extLst>
            </p:cNvPr>
            <p:cNvSpPr/>
            <p:nvPr/>
          </p:nvSpPr>
          <p:spPr>
            <a:xfrm>
              <a:off x="7601059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90B19F47-1A4F-2414-5DF2-CAC447A34734}"/>
                </a:ext>
              </a:extLst>
            </p:cNvPr>
            <p:cNvSpPr/>
            <p:nvPr/>
          </p:nvSpPr>
          <p:spPr>
            <a:xfrm>
              <a:off x="8007820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C89A8E7D-F61B-52C8-B640-1169BCD5ABA4}"/>
                </a:ext>
              </a:extLst>
            </p:cNvPr>
            <p:cNvSpPr/>
            <p:nvPr/>
          </p:nvSpPr>
          <p:spPr>
            <a:xfrm>
              <a:off x="8414582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C2D3248-C61F-2A8C-6F36-C418C9FBB221}"/>
                </a:ext>
              </a:extLst>
            </p:cNvPr>
            <p:cNvSpPr/>
            <p:nvPr/>
          </p:nvSpPr>
          <p:spPr>
            <a:xfrm>
              <a:off x="8414582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858609A-BC0C-4CB4-C516-933733AD31CC}"/>
                </a:ext>
              </a:extLst>
            </p:cNvPr>
            <p:cNvSpPr/>
            <p:nvPr/>
          </p:nvSpPr>
          <p:spPr>
            <a:xfrm>
              <a:off x="8007820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7" name="Gráfico 14">
            <a:extLst>
              <a:ext uri="{FF2B5EF4-FFF2-40B4-BE49-F238E27FC236}">
                <a16:creationId xmlns:a16="http://schemas.microsoft.com/office/drawing/2014/main" id="{89B77F4F-1491-7D02-043E-A1010E92FC01}"/>
              </a:ext>
            </a:extLst>
          </p:cNvPr>
          <p:cNvGrpSpPr/>
          <p:nvPr/>
        </p:nvGrpSpPr>
        <p:grpSpPr>
          <a:xfrm>
            <a:off x="1366133" y="1070122"/>
            <a:ext cx="2277863" cy="2277863"/>
            <a:chOff x="5567251" y="-4264623"/>
            <a:chExt cx="2847330" cy="2847330"/>
          </a:xfrm>
          <a:noFill/>
        </p:grpSpPr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29DA2C1C-9642-BF0D-2F53-461A85FCA64E}"/>
                </a:ext>
              </a:extLst>
            </p:cNvPr>
            <p:cNvSpPr/>
            <p:nvPr/>
          </p:nvSpPr>
          <p:spPr>
            <a:xfrm>
              <a:off x="5567251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6CA59F46-41A2-36B2-0D68-CD5A1D1C5591}"/>
                </a:ext>
              </a:extLst>
            </p:cNvPr>
            <p:cNvSpPr/>
            <p:nvPr/>
          </p:nvSpPr>
          <p:spPr>
            <a:xfrm>
              <a:off x="5974013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760695B7-3FA7-B1B7-4256-7CE83A68937C}"/>
                </a:ext>
              </a:extLst>
            </p:cNvPr>
            <p:cNvSpPr/>
            <p:nvPr/>
          </p:nvSpPr>
          <p:spPr>
            <a:xfrm>
              <a:off x="6380774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4F08C3FD-863F-324B-044A-41912F884E46}"/>
                </a:ext>
              </a:extLst>
            </p:cNvPr>
            <p:cNvSpPr/>
            <p:nvPr/>
          </p:nvSpPr>
          <p:spPr>
            <a:xfrm>
              <a:off x="6787536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0233EF73-CF83-5EF4-BC43-F0A3E4DDE31D}"/>
                </a:ext>
              </a:extLst>
            </p:cNvPr>
            <p:cNvSpPr/>
            <p:nvPr/>
          </p:nvSpPr>
          <p:spPr>
            <a:xfrm>
              <a:off x="7194297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882C6A65-4C7B-31A5-7730-A9125706B105}"/>
                </a:ext>
              </a:extLst>
            </p:cNvPr>
            <p:cNvSpPr/>
            <p:nvPr/>
          </p:nvSpPr>
          <p:spPr>
            <a:xfrm>
              <a:off x="7601059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6BBD1554-7480-111D-FAD2-F183B629EA2E}"/>
                </a:ext>
              </a:extLst>
            </p:cNvPr>
            <p:cNvSpPr/>
            <p:nvPr/>
          </p:nvSpPr>
          <p:spPr>
            <a:xfrm>
              <a:off x="8007820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5EE5EAD9-609D-2F42-2DA2-49D17C0D6AE3}"/>
                </a:ext>
              </a:extLst>
            </p:cNvPr>
            <p:cNvSpPr/>
            <p:nvPr/>
          </p:nvSpPr>
          <p:spPr>
            <a:xfrm>
              <a:off x="8007820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47157CD7-0625-BE20-649C-BAFF82188B52}"/>
                </a:ext>
              </a:extLst>
            </p:cNvPr>
            <p:cNvSpPr/>
            <p:nvPr/>
          </p:nvSpPr>
          <p:spPr>
            <a:xfrm>
              <a:off x="8007820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BA6E479C-671C-1602-0ABD-9D53952F0882}"/>
                </a:ext>
              </a:extLst>
            </p:cNvPr>
            <p:cNvSpPr/>
            <p:nvPr/>
          </p:nvSpPr>
          <p:spPr>
            <a:xfrm>
              <a:off x="8007820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831DB73A-5EC0-6E6A-FA97-A03931E221FB}"/>
                </a:ext>
              </a:extLst>
            </p:cNvPr>
            <p:cNvSpPr/>
            <p:nvPr/>
          </p:nvSpPr>
          <p:spPr>
            <a:xfrm>
              <a:off x="8007820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DFD0DFF5-F15A-DCF8-5464-0A75CDCC3099}"/>
                </a:ext>
              </a:extLst>
            </p:cNvPr>
            <p:cNvSpPr/>
            <p:nvPr/>
          </p:nvSpPr>
          <p:spPr>
            <a:xfrm>
              <a:off x="7601059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635D2544-5ED3-04D4-803D-8EA05D6A2824}"/>
                </a:ext>
              </a:extLst>
            </p:cNvPr>
            <p:cNvSpPr/>
            <p:nvPr/>
          </p:nvSpPr>
          <p:spPr>
            <a:xfrm>
              <a:off x="7194297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F07D19B9-2337-9805-6B14-ADF6D9A8265D}"/>
                </a:ext>
              </a:extLst>
            </p:cNvPr>
            <p:cNvSpPr/>
            <p:nvPr/>
          </p:nvSpPr>
          <p:spPr>
            <a:xfrm>
              <a:off x="6787536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C38ADF2F-2D61-D8E7-1E4D-C2C369B929A5}"/>
                </a:ext>
              </a:extLst>
            </p:cNvPr>
            <p:cNvSpPr/>
            <p:nvPr/>
          </p:nvSpPr>
          <p:spPr>
            <a:xfrm>
              <a:off x="6380774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3104704E-9EE6-1DD5-88BE-57675309951B}"/>
                </a:ext>
              </a:extLst>
            </p:cNvPr>
            <p:cNvSpPr/>
            <p:nvPr/>
          </p:nvSpPr>
          <p:spPr>
            <a:xfrm>
              <a:off x="597401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A62BA8AC-B739-09A7-8A01-EDC6BC6770FB}"/>
                </a:ext>
              </a:extLst>
            </p:cNvPr>
            <p:cNvSpPr/>
            <p:nvPr/>
          </p:nvSpPr>
          <p:spPr>
            <a:xfrm>
              <a:off x="5567251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B28F4C11-01CC-397F-69B9-E775943FD685}"/>
                </a:ext>
              </a:extLst>
            </p:cNvPr>
            <p:cNvSpPr/>
            <p:nvPr/>
          </p:nvSpPr>
          <p:spPr>
            <a:xfrm>
              <a:off x="5567251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09259CC6-5DAD-3546-482D-3DD82EF60E99}"/>
                </a:ext>
              </a:extLst>
            </p:cNvPr>
            <p:cNvSpPr/>
            <p:nvPr/>
          </p:nvSpPr>
          <p:spPr>
            <a:xfrm>
              <a:off x="5567251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22B288F2-F187-F9D1-9DDC-C8E522DE2DF5}"/>
                </a:ext>
              </a:extLst>
            </p:cNvPr>
            <p:cNvSpPr/>
            <p:nvPr/>
          </p:nvSpPr>
          <p:spPr>
            <a:xfrm>
              <a:off x="556725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DBA14667-1999-1B1F-EF9A-1BBD6362D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63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ca_biz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 rot="10800000">
            <a:off x="1502" y="0"/>
            <a:ext cx="3540443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3077" y="-685800"/>
            <a:ext cx="2008868" cy="2008868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370CE62-3859-8CEF-9DD1-63173E891B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662" y="3317655"/>
            <a:ext cx="1363142" cy="1363142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CAA25C2E-A0EB-8993-7121-C83A2BB58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946" y="5588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81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57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>
            <a:off x="1502" y="0"/>
            <a:ext cx="4741948" cy="685800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0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7D8C097-6C82-9D95-31CC-798FFE9D4E6D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F554252C-FF18-2538-CCD9-93801AF4256B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22" name="Gráfico 21">
                <a:extLst>
                  <a:ext uri="{FF2B5EF4-FFF2-40B4-BE49-F238E27FC236}">
                    <a16:creationId xmlns:a16="http://schemas.microsoft.com/office/drawing/2014/main" id="{ABCAFA96-9014-93D0-6D5E-64C34996B1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23" name="Gráfico 22">
                <a:extLst>
                  <a:ext uri="{FF2B5EF4-FFF2-40B4-BE49-F238E27FC236}">
                    <a16:creationId xmlns:a16="http://schemas.microsoft.com/office/drawing/2014/main" id="{A94951B3-9DDF-9C12-B094-9F4229BDA7A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" name="Gráfico 11">
                <a:extLst>
                  <a:ext uri="{FF2B5EF4-FFF2-40B4-BE49-F238E27FC236}">
                    <a16:creationId xmlns:a16="http://schemas.microsoft.com/office/drawing/2014/main" id="{C57003DF-F67D-981E-CCBF-18CEC1ED0A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6" name="Gráfico 13">
                <a:extLst>
                  <a:ext uri="{FF2B5EF4-FFF2-40B4-BE49-F238E27FC236}">
                    <a16:creationId xmlns:a16="http://schemas.microsoft.com/office/drawing/2014/main" id="{F34D7367-2A99-9BA2-4333-33158CDF4FE4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FF382339-4F3B-6E09-5B38-B633BFCA502E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9" name="Forma Livre: Forma 18">
                  <a:extLst>
                    <a:ext uri="{FF2B5EF4-FFF2-40B4-BE49-F238E27FC236}">
                      <a16:creationId xmlns:a16="http://schemas.microsoft.com/office/drawing/2014/main" id="{B786C1AB-6C3A-0C50-3E49-6B98B56CBA94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0" name="Forma Livre: Forma 19">
                  <a:extLst>
                    <a:ext uri="{FF2B5EF4-FFF2-40B4-BE49-F238E27FC236}">
                      <a16:creationId xmlns:a16="http://schemas.microsoft.com/office/drawing/2014/main" id="{CB7DF712-6EE5-E00E-0991-7BC275C841D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1" name="Forma Livre: Forma 20">
                  <a:extLst>
                    <a:ext uri="{FF2B5EF4-FFF2-40B4-BE49-F238E27FC236}">
                      <a16:creationId xmlns:a16="http://schemas.microsoft.com/office/drawing/2014/main" id="{C7E29B3E-98AB-484B-ACD6-652EE2772B64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4" name="Forma Livre: Forma 23">
                  <a:extLst>
                    <a:ext uri="{FF2B5EF4-FFF2-40B4-BE49-F238E27FC236}">
                      <a16:creationId xmlns:a16="http://schemas.microsoft.com/office/drawing/2014/main" id="{897CD570-5FAF-F810-B727-F2491F4FF72B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5" name="Forma Livre: Forma 24">
                  <a:extLst>
                    <a:ext uri="{FF2B5EF4-FFF2-40B4-BE49-F238E27FC236}">
                      <a16:creationId xmlns:a16="http://schemas.microsoft.com/office/drawing/2014/main" id="{7B794F84-5CAE-4D05-C800-F9F91820F3CB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6" name="Forma Livre: Forma 25">
                  <a:extLst>
                    <a:ext uri="{FF2B5EF4-FFF2-40B4-BE49-F238E27FC236}">
                      <a16:creationId xmlns:a16="http://schemas.microsoft.com/office/drawing/2014/main" id="{5F974CEB-D537-0393-2019-8FD4C22B0913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7" name="Forma Livre: Forma 26">
                  <a:extLst>
                    <a:ext uri="{FF2B5EF4-FFF2-40B4-BE49-F238E27FC236}">
                      <a16:creationId xmlns:a16="http://schemas.microsoft.com/office/drawing/2014/main" id="{10B3564B-A237-F52A-D2C8-3F2ECD7551BF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" name="Forma Livre: Forma 27">
                  <a:extLst>
                    <a:ext uri="{FF2B5EF4-FFF2-40B4-BE49-F238E27FC236}">
                      <a16:creationId xmlns:a16="http://schemas.microsoft.com/office/drawing/2014/main" id="{04F83B60-F3EF-E523-0C6B-44105695BA68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" name="Forma Livre: Forma 28">
                  <a:extLst>
                    <a:ext uri="{FF2B5EF4-FFF2-40B4-BE49-F238E27FC236}">
                      <a16:creationId xmlns:a16="http://schemas.microsoft.com/office/drawing/2014/main" id="{F9616D65-8D25-C4A7-0A29-F67C1974D1BA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30" name="Gráfico 13">
              <a:extLst>
                <a:ext uri="{FF2B5EF4-FFF2-40B4-BE49-F238E27FC236}">
                  <a16:creationId xmlns:a16="http://schemas.microsoft.com/office/drawing/2014/main" id="{0CCCEEB8-70FD-00EF-CA34-C6B267A1C78D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4F8B91E-C3E8-AB51-C3B7-52A0EB98448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A1F17C61-84D9-D35E-8250-7CA30D9A5905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6FC190AF-655A-16BF-F445-937BF76DB6CB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55041B31-B6DB-6163-5A8E-24646FC9D202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A9464C34-E9D7-DBE1-FE3D-60CD6E99203F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36FEF5E-93C8-9243-3824-B371B81C7E45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F5A19E2D-2AB2-8EBB-A939-3A8C7CDBEF5C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6BFDEFE0-FD9C-9DFB-2CFB-58D9CA0E64FD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AF556D7A-48B9-A89B-9564-4418483E9B5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A225C554-CF3D-4490-3485-6554285EB9CF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7ED2F7CF-F189-B252-9E02-25B0E6A3A283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27134596-EF2F-2B17-D4EE-28C4D2431342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7EB34B9B-BF6B-30F7-E21C-4124842BA3F9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0D987A52-F476-48EF-592B-7A5D33BDF62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AA67E690-4A25-46AB-5F07-C79F6A7A3C21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2F95C7E9-5433-CF7A-7426-3D694C007C3F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2D7EFF20-F546-44E3-0FCE-4C4EE6216C77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D366ECF5-1566-11DA-4348-7D1B202A789B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2700E6AE-A90C-AD62-B100-AD319F423C62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83EA7BBA-20AD-03D6-C2EF-264AF84C3DD9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33060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7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DF0DE11E-C46B-442C-5A86-461907C8D2A1}"/>
              </a:ext>
            </a:extLst>
          </p:cNvPr>
          <p:cNvSpPr/>
          <p:nvPr userDrawn="1"/>
        </p:nvSpPr>
        <p:spPr>
          <a:xfrm>
            <a:off x="1655817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5231E956-DC1E-1327-215C-96DD1FD29B31}"/>
              </a:ext>
            </a:extLst>
          </p:cNvPr>
          <p:cNvSpPr/>
          <p:nvPr userDrawn="1"/>
        </p:nvSpPr>
        <p:spPr>
          <a:xfrm>
            <a:off x="6176560" y="-1150026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72090986-7639-3DDB-2963-F59746E67389}"/>
              </a:ext>
            </a:extLst>
          </p:cNvPr>
          <p:cNvSpPr/>
          <p:nvPr userDrawn="1"/>
        </p:nvSpPr>
        <p:spPr>
          <a:xfrm rot="10800000">
            <a:off x="10425922" y="-227854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" name="Gráfico 14">
            <a:extLst>
              <a:ext uri="{FF2B5EF4-FFF2-40B4-BE49-F238E27FC236}">
                <a16:creationId xmlns:a16="http://schemas.microsoft.com/office/drawing/2014/main" id="{CBFDFE53-A9C0-AF76-8987-4E4489516707}"/>
              </a:ext>
            </a:extLst>
          </p:cNvPr>
          <p:cNvGrpSpPr/>
          <p:nvPr userDrawn="1"/>
        </p:nvGrpSpPr>
        <p:grpSpPr>
          <a:xfrm>
            <a:off x="4374212" y="3701061"/>
            <a:ext cx="1627045" cy="1627045"/>
            <a:chOff x="2516539" y="-3857862"/>
            <a:chExt cx="2033807" cy="2033807"/>
          </a:xfrm>
          <a:noFill/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A499C2B1-48CD-247C-462F-671E6D554303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D2748394-FCB3-1BDF-88CF-C7EF8635B3C3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3B54CD1-C09E-3C82-6E35-10933207DF36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BA2ABBCA-892E-0DE6-4547-E9CBECCC9D77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8A8797F8-2127-01A5-9129-8BDEC1489F0D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4F76016-B7ED-6012-C45F-7280D2D3ECE4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3E48702C-396B-24DE-4434-2E65C9C6999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EE54E22-73E4-DF36-F7AD-125203A44400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4E8C856D-828E-E62B-C1D6-4CF3826FF3A8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5ADC4CB-5484-A83D-BCB7-B9D010AA95EF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01B5C95-424E-6C39-E658-E2655BEF528A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107A7C7-576F-7142-D240-1C6E4653B01F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E87D9C44-870B-C13F-3DFF-39114083E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87090CA5-32B6-7C22-3DF4-EE29A4F05014}"/>
              </a:ext>
            </a:extLst>
          </p:cNvPr>
          <p:cNvSpPr/>
          <p:nvPr userDrawn="1"/>
        </p:nvSpPr>
        <p:spPr>
          <a:xfrm>
            <a:off x="9837712" y="3995355"/>
            <a:ext cx="2866963" cy="286264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A2045ECD-225F-8343-9127-FEF7121D7A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351263" y="1794998"/>
            <a:ext cx="5716786" cy="381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105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namica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AC00F92C-A365-D10D-186F-74ED925F0162}"/>
              </a:ext>
            </a:extLst>
          </p:cNvPr>
          <p:cNvSpPr/>
          <p:nvPr userDrawn="1"/>
        </p:nvSpPr>
        <p:spPr>
          <a:xfrm>
            <a:off x="9390743" y="0"/>
            <a:ext cx="2808037" cy="68507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D8CB2DBD-2863-E199-B0F9-92A6C21DB60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26290266-59E3-4682-7BA7-E2A20263ED32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A46CF08-27A9-4CBF-C8EF-FA4F448939EB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7DDDCC4-249B-7551-1EFF-4062AA653650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202A1C8E-F6DE-86C0-4B8D-30D8C410987B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8723698F-DC97-71C3-D2C3-EF180ADE0044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58EC3655-6F66-944B-954A-9502AC3301AE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6C2F6A4A-EEE8-E855-FDC6-D3225B239885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7FD1DBEE-F799-510B-C3E6-9FCE49F5D998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401B2877-C6B1-15A3-040B-C3E923E722D7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24E8F01-8BCE-1269-D4E7-8234D2E0CC3D}"/>
              </a:ext>
            </a:extLst>
          </p:cNvPr>
          <p:cNvSpPr/>
          <p:nvPr userDrawn="1"/>
        </p:nvSpPr>
        <p:spPr>
          <a:xfrm>
            <a:off x="0" y="0"/>
            <a:ext cx="59345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3B133E0-99FF-3A64-2369-5ADA41BD9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7613" y="431800"/>
            <a:ext cx="3492071" cy="349207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7DDE39D0-CFE6-3226-2D2F-DB5D37095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0020" y="4617185"/>
            <a:ext cx="1949021" cy="194902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6088E34-C4CF-A34D-C7A1-18C014993A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7138" y="4528414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58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8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8A229412-6B55-6599-5DBD-A35DBDA86DB9}"/>
              </a:ext>
            </a:extLst>
          </p:cNvPr>
          <p:cNvSpPr/>
          <p:nvPr userDrawn="1"/>
        </p:nvSpPr>
        <p:spPr>
          <a:xfrm>
            <a:off x="298663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39940D00-7441-6727-F688-A6B31AEED625}"/>
              </a:ext>
            </a:extLst>
          </p:cNvPr>
          <p:cNvSpPr/>
          <p:nvPr userDrawn="1"/>
        </p:nvSpPr>
        <p:spPr>
          <a:xfrm>
            <a:off x="354194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D3001DC-DC36-680D-A292-29555D8DBF8C}"/>
              </a:ext>
            </a:extLst>
          </p:cNvPr>
          <p:cNvSpPr/>
          <p:nvPr userDrawn="1"/>
        </p:nvSpPr>
        <p:spPr>
          <a:xfrm>
            <a:off x="40496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DF0B926-C4F9-D592-974B-5ADC35D6D0E8}"/>
              </a:ext>
            </a:extLst>
          </p:cNvPr>
          <p:cNvSpPr/>
          <p:nvPr userDrawn="1"/>
        </p:nvSpPr>
        <p:spPr>
          <a:xfrm>
            <a:off x="456397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1A18CB9E-9550-6BC1-4F65-A1BC8077516A}"/>
              </a:ext>
            </a:extLst>
          </p:cNvPr>
          <p:cNvSpPr/>
          <p:nvPr userDrawn="1"/>
        </p:nvSpPr>
        <p:spPr>
          <a:xfrm>
            <a:off x="50783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9CD465F-4DC3-6F0C-FB26-90ECCE6B5737}"/>
              </a:ext>
            </a:extLst>
          </p:cNvPr>
          <p:cNvSpPr/>
          <p:nvPr userDrawn="1"/>
        </p:nvSpPr>
        <p:spPr>
          <a:xfrm>
            <a:off x="61451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4572605-9FDB-EFBD-98D1-2FAD0EAA9160}"/>
              </a:ext>
            </a:extLst>
          </p:cNvPr>
          <p:cNvSpPr/>
          <p:nvPr userDrawn="1"/>
        </p:nvSpPr>
        <p:spPr>
          <a:xfrm>
            <a:off x="563363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D6234E2F-C059-AE87-D1E7-3320E10C19C3}"/>
              </a:ext>
            </a:extLst>
          </p:cNvPr>
          <p:cNvSpPr/>
          <p:nvPr userDrawn="1"/>
        </p:nvSpPr>
        <p:spPr>
          <a:xfrm>
            <a:off x="67413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16092C2-0A03-BF3E-515D-9B779ECA2363}"/>
              </a:ext>
            </a:extLst>
          </p:cNvPr>
          <p:cNvSpPr/>
          <p:nvPr userDrawn="1"/>
        </p:nvSpPr>
        <p:spPr>
          <a:xfrm>
            <a:off x="730336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5B0D9096-BE71-9589-693B-B5F6E0F17AC6}"/>
              </a:ext>
            </a:extLst>
          </p:cNvPr>
          <p:cNvSpPr/>
          <p:nvPr userDrawn="1"/>
        </p:nvSpPr>
        <p:spPr>
          <a:xfrm>
            <a:off x="78462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669759C-385D-9C05-7FB3-E42D77A368E0}"/>
              </a:ext>
            </a:extLst>
          </p:cNvPr>
          <p:cNvSpPr/>
          <p:nvPr userDrawn="1"/>
        </p:nvSpPr>
        <p:spPr>
          <a:xfrm>
            <a:off x="11807276" y="-1"/>
            <a:ext cx="384723" cy="685800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DE2417E-E060-FCC5-25F7-0F08705216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49C13853-63FC-215B-3200-79F53C8773FE}"/>
              </a:ext>
            </a:extLst>
          </p:cNvPr>
          <p:cNvSpPr/>
          <p:nvPr userDrawn="1"/>
        </p:nvSpPr>
        <p:spPr>
          <a:xfrm>
            <a:off x="11422553" y="0"/>
            <a:ext cx="384723" cy="685800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C6CCE7F-9F8F-0749-52E9-8BCB1083CE33}"/>
              </a:ext>
            </a:extLst>
          </p:cNvPr>
          <p:cNvSpPr/>
          <p:nvPr userDrawn="1"/>
        </p:nvSpPr>
        <p:spPr>
          <a:xfrm>
            <a:off x="11037830" y="0"/>
            <a:ext cx="384723" cy="685800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13A09D-010F-AFAD-F85F-CA9AECD10ED7}"/>
              </a:ext>
            </a:extLst>
          </p:cNvPr>
          <p:cNvSpPr/>
          <p:nvPr userDrawn="1"/>
        </p:nvSpPr>
        <p:spPr>
          <a:xfrm>
            <a:off x="10653107" y="1969"/>
            <a:ext cx="384723" cy="6858001"/>
          </a:xfrm>
          <a:prstGeom prst="rect">
            <a:avLst/>
          </a:prstGeom>
          <a:solidFill>
            <a:srgbClr val="6DEA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792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orma Livre: Forma 86">
            <a:extLst>
              <a:ext uri="{FF2B5EF4-FFF2-40B4-BE49-F238E27FC236}">
                <a16:creationId xmlns:a16="http://schemas.microsoft.com/office/drawing/2014/main" id="{873395DF-A73D-F7F4-A2A3-735160A826D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8" name="Forma Livre: Forma 87">
            <a:extLst>
              <a:ext uri="{FF2B5EF4-FFF2-40B4-BE49-F238E27FC236}">
                <a16:creationId xmlns:a16="http://schemas.microsoft.com/office/drawing/2014/main" id="{93644697-2986-6913-85BE-EC873F4E13BD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9" name="Forma Livre: Forma 88">
            <a:extLst>
              <a:ext uri="{FF2B5EF4-FFF2-40B4-BE49-F238E27FC236}">
                <a16:creationId xmlns:a16="http://schemas.microsoft.com/office/drawing/2014/main" id="{68AB7995-C2CC-6F0E-4F65-C4C09DB43CA6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0" name="Forma Livre: Forma 89">
            <a:extLst>
              <a:ext uri="{FF2B5EF4-FFF2-40B4-BE49-F238E27FC236}">
                <a16:creationId xmlns:a16="http://schemas.microsoft.com/office/drawing/2014/main" id="{09509CB3-93D4-5BAA-180B-503800EC6A39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1" name="Forma Livre: Forma 90">
            <a:extLst>
              <a:ext uri="{FF2B5EF4-FFF2-40B4-BE49-F238E27FC236}">
                <a16:creationId xmlns:a16="http://schemas.microsoft.com/office/drawing/2014/main" id="{DFC27AFC-A088-8761-FD4E-581AEA8D4DE7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2" name="Forma Livre: Forma 91">
            <a:extLst>
              <a:ext uri="{FF2B5EF4-FFF2-40B4-BE49-F238E27FC236}">
                <a16:creationId xmlns:a16="http://schemas.microsoft.com/office/drawing/2014/main" id="{D8AA2C5C-1FAF-96CB-9B21-85FD1F7A5EFD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3" name="Forma Livre: Forma 92">
            <a:extLst>
              <a:ext uri="{FF2B5EF4-FFF2-40B4-BE49-F238E27FC236}">
                <a16:creationId xmlns:a16="http://schemas.microsoft.com/office/drawing/2014/main" id="{CBE36994-1206-6FF8-78CF-A57E83E1368F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4" name="Forma Livre: Forma 93">
            <a:extLst>
              <a:ext uri="{FF2B5EF4-FFF2-40B4-BE49-F238E27FC236}">
                <a16:creationId xmlns:a16="http://schemas.microsoft.com/office/drawing/2014/main" id="{6A279299-7049-17F8-DB1F-811C4F5E4CA1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5" name="Forma Livre: Forma 94">
            <a:extLst>
              <a:ext uri="{FF2B5EF4-FFF2-40B4-BE49-F238E27FC236}">
                <a16:creationId xmlns:a16="http://schemas.microsoft.com/office/drawing/2014/main" id="{8B657578-DCE5-27FB-8204-A3D62154D90E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6" name="Forma Livre: Forma 95">
            <a:extLst>
              <a:ext uri="{FF2B5EF4-FFF2-40B4-BE49-F238E27FC236}">
                <a16:creationId xmlns:a16="http://schemas.microsoft.com/office/drawing/2014/main" id="{2FAE40D5-871E-D6F2-3D0B-A9369B77575A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grpSp>
        <p:nvGrpSpPr>
          <p:cNvPr id="97" name="Gráfico 4">
            <a:extLst>
              <a:ext uri="{FF2B5EF4-FFF2-40B4-BE49-F238E27FC236}">
                <a16:creationId xmlns:a16="http://schemas.microsoft.com/office/drawing/2014/main" id="{17718C21-FED2-2B2D-14BA-87ABB73E5DE1}"/>
              </a:ext>
            </a:extLst>
          </p:cNvPr>
          <p:cNvGrpSpPr/>
          <p:nvPr userDrawn="1"/>
        </p:nvGrpSpPr>
        <p:grpSpPr>
          <a:xfrm>
            <a:off x="384724" y="6026145"/>
            <a:ext cx="896480" cy="219317"/>
            <a:chOff x="384724" y="6026145"/>
            <a:chExt cx="896480" cy="219317"/>
          </a:xfrm>
          <a:solidFill>
            <a:srgbClr val="292454"/>
          </a:solidFill>
        </p:grpSpPr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4678F61A-B033-8EAE-DCB2-9CC4D445195D}"/>
                </a:ext>
              </a:extLst>
            </p:cNvPr>
            <p:cNvSpPr/>
            <p:nvPr/>
          </p:nvSpPr>
          <p:spPr>
            <a:xfrm>
              <a:off x="384724" y="6026145"/>
              <a:ext cx="109498" cy="218356"/>
            </a:xfrm>
            <a:custGeom>
              <a:avLst/>
              <a:gdLst>
                <a:gd name="connsiteX0" fmla="*/ 70438 w 109498"/>
                <a:gd name="connsiteY0" fmla="*/ 218357 h 218356"/>
                <a:gd name="connsiteX1" fmla="*/ 20491 w 109498"/>
                <a:gd name="connsiteY1" fmla="*/ 166809 h 218356"/>
                <a:gd name="connsiteX2" fmla="*/ 20491 w 109498"/>
                <a:gd name="connsiteY2" fmla="*/ 85486 h 218356"/>
                <a:gd name="connsiteX3" fmla="*/ 0 w 109498"/>
                <a:gd name="connsiteY3" fmla="*/ 85486 h 218356"/>
                <a:gd name="connsiteX4" fmla="*/ 0 w 109498"/>
                <a:gd name="connsiteY4" fmla="*/ 43864 h 218356"/>
                <a:gd name="connsiteX5" fmla="*/ 20491 w 109498"/>
                <a:gd name="connsiteY5" fmla="*/ 43864 h 218356"/>
                <a:gd name="connsiteX6" fmla="*/ 20491 w 109498"/>
                <a:gd name="connsiteY6" fmla="*/ 0 h 218356"/>
                <a:gd name="connsiteX7" fmla="*/ 69157 w 109498"/>
                <a:gd name="connsiteY7" fmla="*/ 0 h 218356"/>
                <a:gd name="connsiteX8" fmla="*/ 69157 w 109498"/>
                <a:gd name="connsiteY8" fmla="*/ 43864 h 218356"/>
                <a:gd name="connsiteX9" fmla="*/ 109499 w 109498"/>
                <a:gd name="connsiteY9" fmla="*/ 43864 h 218356"/>
                <a:gd name="connsiteX10" fmla="*/ 109499 w 109498"/>
                <a:gd name="connsiteY10" fmla="*/ 85486 h 218356"/>
                <a:gd name="connsiteX11" fmla="*/ 69157 w 109498"/>
                <a:gd name="connsiteY11" fmla="*/ 85486 h 218356"/>
                <a:gd name="connsiteX12" fmla="*/ 69157 w 109498"/>
                <a:gd name="connsiteY12" fmla="*/ 158805 h 218356"/>
                <a:gd name="connsiteX13" fmla="*/ 84845 w 109498"/>
                <a:gd name="connsiteY13" fmla="*/ 175454 h 218356"/>
                <a:gd name="connsiteX14" fmla="*/ 108858 w 109498"/>
                <a:gd name="connsiteY14" fmla="*/ 169371 h 218356"/>
                <a:gd name="connsiteX15" fmla="*/ 108858 w 109498"/>
                <a:gd name="connsiteY15" fmla="*/ 208432 h 218356"/>
                <a:gd name="connsiteX16" fmla="*/ 70438 w 109498"/>
                <a:gd name="connsiteY16" fmla="*/ 218357 h 218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9" name="Forma Livre: Forma 98">
              <a:extLst>
                <a:ext uri="{FF2B5EF4-FFF2-40B4-BE49-F238E27FC236}">
                  <a16:creationId xmlns:a16="http://schemas.microsoft.com/office/drawing/2014/main" id="{964298A0-1306-5890-3A16-3444C7A0721E}"/>
                </a:ext>
              </a:extLst>
            </p:cNvPr>
            <p:cNvSpPr/>
            <p:nvPr/>
          </p:nvSpPr>
          <p:spPr>
            <a:xfrm>
              <a:off x="516954" y="6066807"/>
              <a:ext cx="168410" cy="178655"/>
            </a:xfrm>
            <a:custGeom>
              <a:avLst/>
              <a:gdLst>
                <a:gd name="connsiteX0" fmla="*/ 167770 w 168410"/>
                <a:gd name="connsiteY0" fmla="*/ 105977 h 178655"/>
                <a:gd name="connsiteX1" fmla="*/ 48346 w 168410"/>
                <a:gd name="connsiteY1" fmla="*/ 105977 h 178655"/>
                <a:gd name="connsiteX2" fmla="*/ 90288 w 168410"/>
                <a:gd name="connsiteY2" fmla="*/ 139595 h 178655"/>
                <a:gd name="connsiteX3" fmla="*/ 131911 w 168410"/>
                <a:gd name="connsiteY3" fmla="*/ 121985 h 178655"/>
                <a:gd name="connsiteX4" fmla="*/ 159766 w 168410"/>
                <a:gd name="connsiteY4" fmla="*/ 146639 h 178655"/>
                <a:gd name="connsiteX5" fmla="*/ 89648 w 168410"/>
                <a:gd name="connsiteY5" fmla="*/ 178656 h 178655"/>
                <a:gd name="connsiteX6" fmla="*/ 0 w 168410"/>
                <a:gd name="connsiteY6" fmla="*/ 89968 h 178655"/>
                <a:gd name="connsiteX7" fmla="*/ 0 w 168410"/>
                <a:gd name="connsiteY7" fmla="*/ 89328 h 178655"/>
                <a:gd name="connsiteX8" fmla="*/ 84845 w 168410"/>
                <a:gd name="connsiteY8" fmla="*/ 0 h 178655"/>
                <a:gd name="connsiteX9" fmla="*/ 168410 w 168410"/>
                <a:gd name="connsiteY9" fmla="*/ 93170 h 178655"/>
                <a:gd name="connsiteX10" fmla="*/ 168410 w 168410"/>
                <a:gd name="connsiteY10" fmla="*/ 93810 h 178655"/>
                <a:gd name="connsiteX11" fmla="*/ 167770 w 168410"/>
                <a:gd name="connsiteY11" fmla="*/ 105977 h 178655"/>
                <a:gd name="connsiteX12" fmla="*/ 84845 w 168410"/>
                <a:gd name="connsiteY12" fmla="*/ 39061 h 178655"/>
                <a:gd name="connsiteX13" fmla="*/ 47706 w 168410"/>
                <a:gd name="connsiteY13" fmla="*/ 75560 h 178655"/>
                <a:gd name="connsiteX14" fmla="*/ 121025 w 168410"/>
                <a:gd name="connsiteY14" fmla="*/ 75560 h 178655"/>
                <a:gd name="connsiteX15" fmla="*/ 84845 w 168410"/>
                <a:gd name="connsiteY15" fmla="*/ 39061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0" name="Forma Livre: Forma 99">
              <a:extLst>
                <a:ext uri="{FF2B5EF4-FFF2-40B4-BE49-F238E27FC236}">
                  <a16:creationId xmlns:a16="http://schemas.microsoft.com/office/drawing/2014/main" id="{03CE1B17-326E-7A1C-4DB4-86B192B76B81}"/>
                </a:ext>
              </a:extLst>
            </p:cNvPr>
            <p:cNvSpPr/>
            <p:nvPr/>
          </p:nvSpPr>
          <p:spPr>
            <a:xfrm>
              <a:off x="713219" y="6066807"/>
              <a:ext cx="159445" cy="178655"/>
            </a:xfrm>
            <a:custGeom>
              <a:avLst/>
              <a:gdLst>
                <a:gd name="connsiteX0" fmla="*/ 89328 w 159445"/>
                <a:gd name="connsiteY0" fmla="*/ 178656 h 178655"/>
                <a:gd name="connsiteX1" fmla="*/ 0 w 159445"/>
                <a:gd name="connsiteY1" fmla="*/ 89968 h 178655"/>
                <a:gd name="connsiteX2" fmla="*/ 0 w 159445"/>
                <a:gd name="connsiteY2" fmla="*/ 89328 h 178655"/>
                <a:gd name="connsiteX3" fmla="*/ 89968 w 159445"/>
                <a:gd name="connsiteY3" fmla="*/ 0 h 178655"/>
                <a:gd name="connsiteX4" fmla="*/ 158485 w 159445"/>
                <a:gd name="connsiteY4" fmla="*/ 28815 h 178655"/>
                <a:gd name="connsiteX5" fmla="*/ 128709 w 159445"/>
                <a:gd name="connsiteY5" fmla="*/ 60833 h 178655"/>
                <a:gd name="connsiteX6" fmla="*/ 89648 w 159445"/>
                <a:gd name="connsiteY6" fmla="*/ 41942 h 178655"/>
                <a:gd name="connsiteX7" fmla="*/ 48026 w 159445"/>
                <a:gd name="connsiteY7" fmla="*/ 88688 h 178655"/>
                <a:gd name="connsiteX8" fmla="*/ 48026 w 159445"/>
                <a:gd name="connsiteY8" fmla="*/ 89328 h 178655"/>
                <a:gd name="connsiteX9" fmla="*/ 91569 w 159445"/>
                <a:gd name="connsiteY9" fmla="*/ 136713 h 178655"/>
                <a:gd name="connsiteX10" fmla="*/ 130950 w 159445"/>
                <a:gd name="connsiteY10" fmla="*/ 118463 h 178655"/>
                <a:gd name="connsiteX11" fmla="*/ 159445 w 159445"/>
                <a:gd name="connsiteY11" fmla="*/ 147279 h 178655"/>
                <a:gd name="connsiteX12" fmla="*/ 89328 w 159445"/>
                <a:gd name="connsiteY12" fmla="*/ 178656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1" name="Forma Livre: Forma 100">
              <a:extLst>
                <a:ext uri="{FF2B5EF4-FFF2-40B4-BE49-F238E27FC236}">
                  <a16:creationId xmlns:a16="http://schemas.microsoft.com/office/drawing/2014/main" id="{03E65046-1638-0333-A87E-9F456117DF87}"/>
                </a:ext>
              </a:extLst>
            </p:cNvPr>
            <p:cNvSpPr/>
            <p:nvPr/>
          </p:nvSpPr>
          <p:spPr>
            <a:xfrm>
              <a:off x="904362" y="6066807"/>
              <a:ext cx="157204" cy="174813"/>
            </a:xfrm>
            <a:custGeom>
              <a:avLst/>
              <a:gdLst>
                <a:gd name="connsiteX0" fmla="*/ 108538 w 157204"/>
                <a:gd name="connsiteY0" fmla="*/ 174814 h 174813"/>
                <a:gd name="connsiteX1" fmla="*/ 108538 w 157204"/>
                <a:gd name="connsiteY1" fmla="*/ 79082 h 174813"/>
                <a:gd name="connsiteX2" fmla="*/ 79082 w 157204"/>
                <a:gd name="connsiteY2" fmla="*/ 44184 h 174813"/>
                <a:gd name="connsiteX3" fmla="*/ 48666 w 157204"/>
                <a:gd name="connsiteY3" fmla="*/ 79082 h 174813"/>
                <a:gd name="connsiteX4" fmla="*/ 48666 w 157204"/>
                <a:gd name="connsiteY4" fmla="*/ 174814 h 174813"/>
                <a:gd name="connsiteX5" fmla="*/ 0 w 157204"/>
                <a:gd name="connsiteY5" fmla="*/ 174814 h 174813"/>
                <a:gd name="connsiteX6" fmla="*/ 0 w 157204"/>
                <a:gd name="connsiteY6" fmla="*/ 3202 h 174813"/>
                <a:gd name="connsiteX7" fmla="*/ 48666 w 157204"/>
                <a:gd name="connsiteY7" fmla="*/ 3202 h 174813"/>
                <a:gd name="connsiteX8" fmla="*/ 48666 w 157204"/>
                <a:gd name="connsiteY8" fmla="*/ 27535 h 174813"/>
                <a:gd name="connsiteX9" fmla="*/ 98933 w 157204"/>
                <a:gd name="connsiteY9" fmla="*/ 0 h 174813"/>
                <a:gd name="connsiteX10" fmla="*/ 157204 w 157204"/>
                <a:gd name="connsiteY10" fmla="*/ 63714 h 174813"/>
                <a:gd name="connsiteX11" fmla="*/ 157204 w 157204"/>
                <a:gd name="connsiteY11" fmla="*/ 174814 h 174813"/>
                <a:gd name="connsiteX12" fmla="*/ 108538 w 157204"/>
                <a:gd name="connsiteY12" fmla="*/ 174814 h 1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1D05816D-148B-1F19-F513-724F57959AE3}"/>
                </a:ext>
              </a:extLst>
            </p:cNvPr>
            <p:cNvSpPr/>
            <p:nvPr/>
          </p:nvSpPr>
          <p:spPr>
            <a:xfrm>
              <a:off x="1095504" y="6066807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3" name="Gráfico 4">
            <a:extLst>
              <a:ext uri="{FF2B5EF4-FFF2-40B4-BE49-F238E27FC236}">
                <a16:creationId xmlns:a16="http://schemas.microsoft.com/office/drawing/2014/main" id="{3CB17246-3B26-EC4D-8C4E-1A115DFC08A7}"/>
              </a:ext>
            </a:extLst>
          </p:cNvPr>
          <p:cNvGrpSpPr/>
          <p:nvPr userDrawn="1"/>
        </p:nvGrpSpPr>
        <p:grpSpPr>
          <a:xfrm>
            <a:off x="693561" y="6303510"/>
            <a:ext cx="767450" cy="285625"/>
            <a:chOff x="693561" y="6303510"/>
            <a:chExt cx="767450" cy="285625"/>
          </a:xfrm>
          <a:solidFill>
            <a:srgbClr val="292454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DD4532B9-F0CE-D1C7-8275-A23010E7C4F7}"/>
                </a:ext>
              </a:extLst>
            </p:cNvPr>
            <p:cNvSpPr/>
            <p:nvPr/>
          </p:nvSpPr>
          <p:spPr>
            <a:xfrm>
              <a:off x="693561" y="6303542"/>
              <a:ext cx="48666" cy="233725"/>
            </a:xfrm>
            <a:custGeom>
              <a:avLst/>
              <a:gdLst>
                <a:gd name="connsiteX0" fmla="*/ 0 w 48666"/>
                <a:gd name="connsiteY0" fmla="*/ 233725 h 233725"/>
                <a:gd name="connsiteX1" fmla="*/ 0 w 48666"/>
                <a:gd name="connsiteY1" fmla="*/ 0 h 233725"/>
                <a:gd name="connsiteX2" fmla="*/ 48666 w 48666"/>
                <a:gd name="connsiteY2" fmla="*/ 0 h 233725"/>
                <a:gd name="connsiteX3" fmla="*/ 48666 w 48666"/>
                <a:gd name="connsiteY3" fmla="*/ 233725 h 233725"/>
                <a:gd name="connsiteX4" fmla="*/ 0 w 48666"/>
                <a:gd name="connsiteY4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F6E68AB1-ECA3-769F-57EA-CADFE525ED87}"/>
                </a:ext>
              </a:extLst>
            </p:cNvPr>
            <p:cNvSpPr/>
            <p:nvPr/>
          </p:nvSpPr>
          <p:spPr>
            <a:xfrm>
              <a:off x="779687" y="6362453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A61E0DFE-E640-D73D-EC4E-DEDACEB0C859}"/>
                </a:ext>
              </a:extLst>
            </p:cNvPr>
            <p:cNvSpPr/>
            <p:nvPr/>
          </p:nvSpPr>
          <p:spPr>
            <a:xfrm>
              <a:off x="992921" y="6362453"/>
              <a:ext cx="180256" cy="226681"/>
            </a:xfrm>
            <a:custGeom>
              <a:avLst/>
              <a:gdLst>
                <a:gd name="connsiteX0" fmla="*/ 84525 w 180256"/>
                <a:gd name="connsiteY0" fmla="*/ 226681 h 226681"/>
                <a:gd name="connsiteX1" fmla="*/ 8645 w 180256"/>
                <a:gd name="connsiteY1" fmla="*/ 208752 h 226681"/>
                <a:gd name="connsiteX2" fmla="*/ 25294 w 180256"/>
                <a:gd name="connsiteY2" fmla="*/ 172252 h 226681"/>
                <a:gd name="connsiteX3" fmla="*/ 83245 w 180256"/>
                <a:gd name="connsiteY3" fmla="*/ 187941 h 226681"/>
                <a:gd name="connsiteX4" fmla="*/ 132231 w 180256"/>
                <a:gd name="connsiteY4" fmla="*/ 141196 h 226681"/>
                <a:gd name="connsiteX5" fmla="*/ 132231 w 180256"/>
                <a:gd name="connsiteY5" fmla="*/ 132871 h 226681"/>
                <a:gd name="connsiteX6" fmla="*/ 76201 w 180256"/>
                <a:gd name="connsiteY6" fmla="*/ 160726 h 226681"/>
                <a:gd name="connsiteX7" fmla="*/ 0 w 180256"/>
                <a:gd name="connsiteY7" fmla="*/ 80683 h 226681"/>
                <a:gd name="connsiteX8" fmla="*/ 0 w 180256"/>
                <a:gd name="connsiteY8" fmla="*/ 80043 h 226681"/>
                <a:gd name="connsiteX9" fmla="*/ 76201 w 180256"/>
                <a:gd name="connsiteY9" fmla="*/ 0 h 226681"/>
                <a:gd name="connsiteX10" fmla="*/ 131590 w 180256"/>
                <a:gd name="connsiteY10" fmla="*/ 25614 h 226681"/>
                <a:gd name="connsiteX11" fmla="*/ 131590 w 180256"/>
                <a:gd name="connsiteY11" fmla="*/ 3202 h 226681"/>
                <a:gd name="connsiteX12" fmla="*/ 180256 w 180256"/>
                <a:gd name="connsiteY12" fmla="*/ 3202 h 226681"/>
                <a:gd name="connsiteX13" fmla="*/ 180256 w 180256"/>
                <a:gd name="connsiteY13" fmla="*/ 136073 h 226681"/>
                <a:gd name="connsiteX14" fmla="*/ 84525 w 180256"/>
                <a:gd name="connsiteY14" fmla="*/ 226681 h 226681"/>
                <a:gd name="connsiteX15" fmla="*/ 132231 w 180256"/>
                <a:gd name="connsiteY15" fmla="*/ 80043 h 226681"/>
                <a:gd name="connsiteX16" fmla="*/ 90288 w 180256"/>
                <a:gd name="connsiteY16" fmla="*/ 40342 h 226681"/>
                <a:gd name="connsiteX17" fmla="*/ 48666 w 180256"/>
                <a:gd name="connsiteY17" fmla="*/ 80043 h 226681"/>
                <a:gd name="connsiteX18" fmla="*/ 48666 w 180256"/>
                <a:gd name="connsiteY18" fmla="*/ 80683 h 226681"/>
                <a:gd name="connsiteX19" fmla="*/ 90288 w 180256"/>
                <a:gd name="connsiteY19" fmla="*/ 120385 h 226681"/>
                <a:gd name="connsiteX20" fmla="*/ 132231 w 180256"/>
                <a:gd name="connsiteY20" fmla="*/ 80683 h 226681"/>
                <a:gd name="connsiteX21" fmla="*/ 132231 w 180256"/>
                <a:gd name="connsiteY21" fmla="*/ 80043 h 22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324451A5-DD10-E2BA-A50D-1A2EE5FE7BCD}"/>
                </a:ext>
              </a:extLst>
            </p:cNvPr>
            <p:cNvSpPr/>
            <p:nvPr/>
          </p:nvSpPr>
          <p:spPr>
            <a:xfrm>
              <a:off x="1217682" y="6303510"/>
              <a:ext cx="51227" cy="233725"/>
            </a:xfrm>
            <a:custGeom>
              <a:avLst/>
              <a:gdLst>
                <a:gd name="connsiteX0" fmla="*/ 0 w 51227"/>
                <a:gd name="connsiteY0" fmla="*/ 43223 h 233725"/>
                <a:gd name="connsiteX1" fmla="*/ 0 w 51227"/>
                <a:gd name="connsiteY1" fmla="*/ 0 h 233725"/>
                <a:gd name="connsiteX2" fmla="*/ 51227 w 51227"/>
                <a:gd name="connsiteY2" fmla="*/ 0 h 233725"/>
                <a:gd name="connsiteX3" fmla="*/ 51227 w 51227"/>
                <a:gd name="connsiteY3" fmla="*/ 43223 h 233725"/>
                <a:gd name="connsiteX4" fmla="*/ 0 w 51227"/>
                <a:gd name="connsiteY4" fmla="*/ 43223 h 233725"/>
                <a:gd name="connsiteX5" fmla="*/ 1281 w 51227"/>
                <a:gd name="connsiteY5" fmla="*/ 233725 h 233725"/>
                <a:gd name="connsiteX6" fmla="*/ 1281 w 51227"/>
                <a:gd name="connsiteY6" fmla="*/ 62113 h 233725"/>
                <a:gd name="connsiteX7" fmla="*/ 49947 w 51227"/>
                <a:gd name="connsiteY7" fmla="*/ 62113 h 233725"/>
                <a:gd name="connsiteX8" fmla="*/ 49947 w 51227"/>
                <a:gd name="connsiteY8" fmla="*/ 233725 h 233725"/>
                <a:gd name="connsiteX9" fmla="*/ 1281 w 51227"/>
                <a:gd name="connsiteY9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E2B25A19-6701-BAE8-4AE2-D443977D3EF7}"/>
                </a:ext>
              </a:extLst>
            </p:cNvPr>
            <p:cNvSpPr/>
            <p:nvPr/>
          </p:nvSpPr>
          <p:spPr>
            <a:xfrm>
              <a:off x="1303167" y="6363734"/>
              <a:ext cx="157844" cy="176734"/>
            </a:xfrm>
            <a:custGeom>
              <a:avLst/>
              <a:gdLst>
                <a:gd name="connsiteX0" fmla="*/ 110779 w 157844"/>
                <a:gd name="connsiteY0" fmla="*/ 173533 h 176734"/>
                <a:gd name="connsiteX1" fmla="*/ 110779 w 157844"/>
                <a:gd name="connsiteY1" fmla="*/ 154963 h 176734"/>
                <a:gd name="connsiteX2" fmla="*/ 58912 w 157844"/>
                <a:gd name="connsiteY2" fmla="*/ 176735 h 176734"/>
                <a:gd name="connsiteX3" fmla="*/ 0 w 157844"/>
                <a:gd name="connsiteY3" fmla="*/ 124227 h 176734"/>
                <a:gd name="connsiteX4" fmla="*/ 0 w 157844"/>
                <a:gd name="connsiteY4" fmla="*/ 123586 h 176734"/>
                <a:gd name="connsiteX5" fmla="*/ 69157 w 157844"/>
                <a:gd name="connsiteY5" fmla="*/ 68837 h 176734"/>
                <a:gd name="connsiteX6" fmla="*/ 111100 w 157844"/>
                <a:gd name="connsiteY6" fmla="*/ 75881 h 176734"/>
                <a:gd name="connsiteX7" fmla="*/ 111100 w 157844"/>
                <a:gd name="connsiteY7" fmla="*/ 72999 h 176734"/>
                <a:gd name="connsiteX8" fmla="*/ 74280 w 157844"/>
                <a:gd name="connsiteY8" fmla="*/ 41622 h 176734"/>
                <a:gd name="connsiteX9" fmla="*/ 26894 w 157844"/>
                <a:gd name="connsiteY9" fmla="*/ 50907 h 176734"/>
                <a:gd name="connsiteX10" fmla="*/ 14728 w 157844"/>
                <a:gd name="connsiteY10" fmla="*/ 13767 h 176734"/>
                <a:gd name="connsiteX11" fmla="*/ 81324 w 157844"/>
                <a:gd name="connsiteY11" fmla="*/ 0 h 176734"/>
                <a:gd name="connsiteX12" fmla="*/ 157845 w 157844"/>
                <a:gd name="connsiteY12" fmla="*/ 73960 h 176734"/>
                <a:gd name="connsiteX13" fmla="*/ 157845 w 157844"/>
                <a:gd name="connsiteY13" fmla="*/ 173533 h 176734"/>
                <a:gd name="connsiteX14" fmla="*/ 110779 w 157844"/>
                <a:gd name="connsiteY14" fmla="*/ 173533 h 176734"/>
                <a:gd name="connsiteX15" fmla="*/ 111740 w 157844"/>
                <a:gd name="connsiteY15" fmla="*/ 104376 h 176734"/>
                <a:gd name="connsiteX16" fmla="*/ 80683 w 157844"/>
                <a:gd name="connsiteY16" fmla="*/ 97972 h 176734"/>
                <a:gd name="connsiteX17" fmla="*/ 47065 w 157844"/>
                <a:gd name="connsiteY17" fmla="*/ 121665 h 176734"/>
                <a:gd name="connsiteX18" fmla="*/ 47065 w 157844"/>
                <a:gd name="connsiteY18" fmla="*/ 122306 h 176734"/>
                <a:gd name="connsiteX19" fmla="*/ 73639 w 157844"/>
                <a:gd name="connsiteY19" fmla="*/ 143117 h 176734"/>
                <a:gd name="connsiteX20" fmla="*/ 111740 w 157844"/>
                <a:gd name="connsiteY20" fmla="*/ 113021 h 176734"/>
                <a:gd name="connsiteX21" fmla="*/ 111740 w 157844"/>
                <a:gd name="connsiteY21" fmla="*/ 104376 h 17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9" name="Gráfico 4">
            <a:extLst>
              <a:ext uri="{FF2B5EF4-FFF2-40B4-BE49-F238E27FC236}">
                <a16:creationId xmlns:a16="http://schemas.microsoft.com/office/drawing/2014/main" id="{C85A9C74-12F2-8839-D61B-5AE538CF1C57}"/>
              </a:ext>
            </a:extLst>
          </p:cNvPr>
          <p:cNvGrpSpPr/>
          <p:nvPr userDrawn="1"/>
        </p:nvGrpSpPr>
        <p:grpSpPr>
          <a:xfrm>
            <a:off x="448438" y="5823573"/>
            <a:ext cx="446479" cy="111739"/>
            <a:chOff x="448438" y="5823573"/>
            <a:chExt cx="446479" cy="111739"/>
          </a:xfrm>
          <a:solidFill>
            <a:srgbClr val="292454"/>
          </a:solidFill>
        </p:grpSpPr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18D5C2A3-B67A-F66C-81D8-D6F5E48E9350}"/>
                </a:ext>
              </a:extLst>
            </p:cNvPr>
            <p:cNvSpPr/>
            <p:nvPr/>
          </p:nvSpPr>
          <p:spPr>
            <a:xfrm>
              <a:off x="824959" y="5828023"/>
              <a:ext cx="69957" cy="106777"/>
            </a:xfrm>
            <a:custGeom>
              <a:avLst/>
              <a:gdLst>
                <a:gd name="connsiteX0" fmla="*/ 69957 w 69957"/>
                <a:gd name="connsiteY0" fmla="*/ 85454 h 106777"/>
                <a:gd name="connsiteX1" fmla="*/ 68421 w 69957"/>
                <a:gd name="connsiteY1" fmla="*/ 85454 h 106777"/>
                <a:gd name="connsiteX2" fmla="*/ 32081 w 69957"/>
                <a:gd name="connsiteY2" fmla="*/ 53373 h 106777"/>
                <a:gd name="connsiteX3" fmla="*/ 32081 w 69957"/>
                <a:gd name="connsiteY3" fmla="*/ 52956 h 106777"/>
                <a:gd name="connsiteX4" fmla="*/ 66916 w 69957"/>
                <a:gd name="connsiteY4" fmla="*/ 21259 h 106777"/>
                <a:gd name="connsiteX5" fmla="*/ 69957 w 69957"/>
                <a:gd name="connsiteY5" fmla="*/ 21355 h 106777"/>
                <a:gd name="connsiteX6" fmla="*/ 69957 w 69957"/>
                <a:gd name="connsiteY6" fmla="*/ 32 h 106777"/>
                <a:gd name="connsiteX7" fmla="*/ 67172 w 69957"/>
                <a:gd name="connsiteY7" fmla="*/ 0 h 106777"/>
                <a:gd name="connsiteX8" fmla="*/ 0 w 69957"/>
                <a:gd name="connsiteY8" fmla="*/ 53405 h 106777"/>
                <a:gd name="connsiteX9" fmla="*/ 0 w 69957"/>
                <a:gd name="connsiteY9" fmla="*/ 53789 h 106777"/>
                <a:gd name="connsiteX10" fmla="*/ 66660 w 69957"/>
                <a:gd name="connsiteY10" fmla="*/ 106777 h 106777"/>
                <a:gd name="connsiteX11" fmla="*/ 69925 w 69957"/>
                <a:gd name="connsiteY11" fmla="*/ 106713 h 106777"/>
                <a:gd name="connsiteX12" fmla="*/ 69925 w 69957"/>
                <a:gd name="connsiteY12" fmla="*/ 85422 h 1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5D3FBABA-6F29-6325-90C4-EDA50D409628}"/>
                </a:ext>
              </a:extLst>
            </p:cNvPr>
            <p:cNvSpPr/>
            <p:nvPr/>
          </p:nvSpPr>
          <p:spPr>
            <a:xfrm>
              <a:off x="448438" y="5823573"/>
              <a:ext cx="100982" cy="111739"/>
            </a:xfrm>
            <a:custGeom>
              <a:avLst/>
              <a:gdLst>
                <a:gd name="connsiteX0" fmla="*/ 59552 w 100982"/>
                <a:gd name="connsiteY0" fmla="*/ 45144 h 111739"/>
                <a:gd name="connsiteX1" fmla="*/ 33778 w 100982"/>
                <a:gd name="connsiteY1" fmla="*/ 30865 h 111739"/>
                <a:gd name="connsiteX2" fmla="*/ 33778 w 100982"/>
                <a:gd name="connsiteY2" fmla="*/ 30544 h 111739"/>
                <a:gd name="connsiteX3" fmla="*/ 50587 w 100982"/>
                <a:gd name="connsiteY3" fmla="*/ 21099 h 111739"/>
                <a:gd name="connsiteX4" fmla="*/ 68677 w 100982"/>
                <a:gd name="connsiteY4" fmla="*/ 24525 h 111739"/>
                <a:gd name="connsiteX5" fmla="*/ 68677 w 100982"/>
                <a:gd name="connsiteY5" fmla="*/ 1793 h 111739"/>
                <a:gd name="connsiteX6" fmla="*/ 50971 w 100982"/>
                <a:gd name="connsiteY6" fmla="*/ 0 h 111739"/>
                <a:gd name="connsiteX7" fmla="*/ 5251 w 100982"/>
                <a:gd name="connsiteY7" fmla="*/ 32754 h 111739"/>
                <a:gd name="connsiteX8" fmla="*/ 5251 w 100982"/>
                <a:gd name="connsiteY8" fmla="*/ 33042 h 111739"/>
                <a:gd name="connsiteX9" fmla="*/ 48538 w 100982"/>
                <a:gd name="connsiteY9" fmla="*/ 66243 h 111739"/>
                <a:gd name="connsiteX10" fmla="*/ 72423 w 100982"/>
                <a:gd name="connsiteY10" fmla="*/ 80075 h 111739"/>
                <a:gd name="connsiteX11" fmla="*/ 72423 w 100982"/>
                <a:gd name="connsiteY11" fmla="*/ 80395 h 111739"/>
                <a:gd name="connsiteX12" fmla="*/ 53565 w 100982"/>
                <a:gd name="connsiteY12" fmla="*/ 90641 h 111739"/>
                <a:gd name="connsiteX13" fmla="*/ 17001 w 100982"/>
                <a:gd name="connsiteY13" fmla="*/ 77450 h 111739"/>
                <a:gd name="connsiteX14" fmla="*/ 0 w 100982"/>
                <a:gd name="connsiteY14" fmla="*/ 94355 h 111739"/>
                <a:gd name="connsiteX15" fmla="*/ 53020 w 100982"/>
                <a:gd name="connsiteY15" fmla="*/ 111740 h 111739"/>
                <a:gd name="connsiteX16" fmla="*/ 100982 w 100982"/>
                <a:gd name="connsiteY16" fmla="*/ 78058 h 111739"/>
                <a:gd name="connsiteX17" fmla="*/ 100982 w 100982"/>
                <a:gd name="connsiteY17" fmla="*/ 77738 h 111739"/>
                <a:gd name="connsiteX18" fmla="*/ 59552 w 100982"/>
                <a:gd name="connsiteY18" fmla="*/ 45144 h 11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1CA5FEB2-619C-E3AE-CF4A-7CF6E65CE5FE}"/>
                </a:ext>
              </a:extLst>
            </p:cNvPr>
            <p:cNvSpPr/>
            <p:nvPr/>
          </p:nvSpPr>
          <p:spPr>
            <a:xfrm>
              <a:off x="545834" y="5839101"/>
              <a:ext cx="98164" cy="92721"/>
            </a:xfrm>
            <a:custGeom>
              <a:avLst/>
              <a:gdLst>
                <a:gd name="connsiteX0" fmla="*/ 27983 w 98164"/>
                <a:gd name="connsiteY0" fmla="*/ 39253 h 92721"/>
                <a:gd name="connsiteX1" fmla="*/ 49787 w 98164"/>
                <a:gd name="connsiteY1" fmla="*/ 20299 h 92721"/>
                <a:gd name="connsiteX2" fmla="*/ 71014 w 98164"/>
                <a:gd name="connsiteY2" fmla="*/ 39253 h 92721"/>
                <a:gd name="connsiteX3" fmla="*/ 27983 w 98164"/>
                <a:gd name="connsiteY3" fmla="*/ 39253 h 92721"/>
                <a:gd name="connsiteX4" fmla="*/ 49787 w 98164"/>
                <a:gd name="connsiteY4" fmla="*/ 32 h 92721"/>
                <a:gd name="connsiteX5" fmla="*/ 0 w 98164"/>
                <a:gd name="connsiteY5" fmla="*/ 46393 h 92721"/>
                <a:gd name="connsiteX6" fmla="*/ 0 w 98164"/>
                <a:gd name="connsiteY6" fmla="*/ 46713 h 92721"/>
                <a:gd name="connsiteX7" fmla="*/ 52604 w 98164"/>
                <a:gd name="connsiteY7" fmla="*/ 92722 h 92721"/>
                <a:gd name="connsiteX8" fmla="*/ 57151 w 98164"/>
                <a:gd name="connsiteY8" fmla="*/ 92594 h 92721"/>
                <a:gd name="connsiteX9" fmla="*/ 57151 w 98164"/>
                <a:gd name="connsiteY9" fmla="*/ 72295 h 92721"/>
                <a:gd name="connsiteX10" fmla="*/ 52956 w 98164"/>
                <a:gd name="connsiteY10" fmla="*/ 72455 h 92721"/>
                <a:gd name="connsiteX11" fmla="*/ 28335 w 98164"/>
                <a:gd name="connsiteY11" fmla="*/ 55005 h 92721"/>
                <a:gd name="connsiteX12" fmla="*/ 97812 w 98164"/>
                <a:gd name="connsiteY12" fmla="*/ 55005 h 92721"/>
                <a:gd name="connsiteX13" fmla="*/ 98165 w 98164"/>
                <a:gd name="connsiteY13" fmla="*/ 48666 h 92721"/>
                <a:gd name="connsiteX14" fmla="*/ 98165 w 98164"/>
                <a:gd name="connsiteY14" fmla="*/ 48346 h 92721"/>
                <a:gd name="connsiteX15" fmla="*/ 49755 w 98164"/>
                <a:gd name="connsiteY15" fmla="*/ 0 h 9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F58CB335-FE8E-1A6B-7675-0091A48F3FE5}"/>
                </a:ext>
              </a:extLst>
            </p:cNvPr>
            <p:cNvSpPr/>
            <p:nvPr/>
          </p:nvSpPr>
          <p:spPr>
            <a:xfrm>
              <a:off x="642814" y="5840125"/>
              <a:ext cx="91825" cy="90064"/>
            </a:xfrm>
            <a:custGeom>
              <a:avLst/>
              <a:gdLst>
                <a:gd name="connsiteX0" fmla="*/ 91825 w 91825"/>
                <a:gd name="connsiteY0" fmla="*/ 42903 h 90064"/>
                <a:gd name="connsiteX1" fmla="*/ 45945 w 91825"/>
                <a:gd name="connsiteY1" fmla="*/ 0 h 90064"/>
                <a:gd name="connsiteX2" fmla="*/ 0 w 91825"/>
                <a:gd name="connsiteY2" fmla="*/ 42903 h 90064"/>
                <a:gd name="connsiteX3" fmla="*/ 0 w 91825"/>
                <a:gd name="connsiteY3" fmla="*/ 90064 h 90064"/>
                <a:gd name="connsiteX4" fmla="*/ 28879 w 91825"/>
                <a:gd name="connsiteY4" fmla="*/ 90064 h 90064"/>
                <a:gd name="connsiteX5" fmla="*/ 28879 w 91825"/>
                <a:gd name="connsiteY5" fmla="*/ 41174 h 90064"/>
                <a:gd name="connsiteX6" fmla="*/ 45945 w 91825"/>
                <a:gd name="connsiteY6" fmla="*/ 21740 h 90064"/>
                <a:gd name="connsiteX7" fmla="*/ 63234 w 91825"/>
                <a:gd name="connsiteY7" fmla="*/ 41174 h 90064"/>
                <a:gd name="connsiteX8" fmla="*/ 63234 w 91825"/>
                <a:gd name="connsiteY8" fmla="*/ 90064 h 90064"/>
                <a:gd name="connsiteX9" fmla="*/ 91825 w 91825"/>
                <a:gd name="connsiteY9" fmla="*/ 90064 h 90064"/>
                <a:gd name="connsiteX10" fmla="*/ 91825 w 91825"/>
                <a:gd name="connsiteY10" fmla="*/ 42903 h 90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979E7642-00BE-D722-72A5-5DFCD11C869A}"/>
                </a:ext>
              </a:extLst>
            </p:cNvPr>
            <p:cNvSpPr/>
            <p:nvPr/>
          </p:nvSpPr>
          <p:spPr>
            <a:xfrm>
              <a:off x="733838" y="5839645"/>
              <a:ext cx="92625" cy="91729"/>
            </a:xfrm>
            <a:custGeom>
              <a:avLst/>
              <a:gdLst>
                <a:gd name="connsiteX0" fmla="*/ 47738 w 92625"/>
                <a:gd name="connsiteY0" fmla="*/ 0 h 91729"/>
                <a:gd name="connsiteX1" fmla="*/ 40918 w 92625"/>
                <a:gd name="connsiteY1" fmla="*/ 64 h 91729"/>
                <a:gd name="connsiteX2" fmla="*/ 40918 w 92625"/>
                <a:gd name="connsiteY2" fmla="*/ 21612 h 91729"/>
                <a:gd name="connsiteX3" fmla="*/ 57503 w 92625"/>
                <a:gd name="connsiteY3" fmla="*/ 24397 h 91729"/>
                <a:gd name="connsiteX4" fmla="*/ 65187 w 92625"/>
                <a:gd name="connsiteY4" fmla="*/ 37428 h 91729"/>
                <a:gd name="connsiteX5" fmla="*/ 43992 w 92625"/>
                <a:gd name="connsiteY5" fmla="*/ 35923 h 91729"/>
                <a:gd name="connsiteX6" fmla="*/ 544 w 92625"/>
                <a:gd name="connsiteY6" fmla="*/ 58655 h 91729"/>
                <a:gd name="connsiteX7" fmla="*/ 384 w 92625"/>
                <a:gd name="connsiteY7" fmla="*/ 59488 h 91729"/>
                <a:gd name="connsiteX8" fmla="*/ 352 w 92625"/>
                <a:gd name="connsiteY8" fmla="*/ 59776 h 91729"/>
                <a:gd name="connsiteX9" fmla="*/ 0 w 92625"/>
                <a:gd name="connsiteY9" fmla="*/ 64130 h 91729"/>
                <a:gd name="connsiteX10" fmla="*/ 0 w 92625"/>
                <a:gd name="connsiteY10" fmla="*/ 64451 h 91729"/>
                <a:gd name="connsiteX11" fmla="*/ 34547 w 92625"/>
                <a:gd name="connsiteY11" fmla="*/ 91729 h 91729"/>
                <a:gd name="connsiteX12" fmla="*/ 64995 w 92625"/>
                <a:gd name="connsiteY12" fmla="*/ 80427 h 91729"/>
                <a:gd name="connsiteX13" fmla="*/ 64995 w 92625"/>
                <a:gd name="connsiteY13" fmla="*/ 90705 h 91729"/>
                <a:gd name="connsiteX14" fmla="*/ 92626 w 92625"/>
                <a:gd name="connsiteY14" fmla="*/ 90705 h 91729"/>
                <a:gd name="connsiteX15" fmla="*/ 92626 w 92625"/>
                <a:gd name="connsiteY15" fmla="*/ 38421 h 91729"/>
                <a:gd name="connsiteX16" fmla="*/ 47738 w 92625"/>
                <a:gd name="connsiteY16" fmla="*/ 64 h 91729"/>
                <a:gd name="connsiteX17" fmla="*/ 65283 w 92625"/>
                <a:gd name="connsiteY17" fmla="*/ 58944 h 91729"/>
                <a:gd name="connsiteX18" fmla="*/ 46297 w 92625"/>
                <a:gd name="connsiteY18" fmla="*/ 74088 h 91729"/>
                <a:gd name="connsiteX19" fmla="*/ 31089 w 92625"/>
                <a:gd name="connsiteY19" fmla="*/ 55838 h 91729"/>
                <a:gd name="connsiteX20" fmla="*/ 65347 w 92625"/>
                <a:gd name="connsiteY20" fmla="*/ 53180 h 91729"/>
                <a:gd name="connsiteX21" fmla="*/ 65251 w 92625"/>
                <a:gd name="connsiteY21" fmla="*/ 58944 h 9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5" name="Retângulo 114">
            <a:extLst>
              <a:ext uri="{FF2B5EF4-FFF2-40B4-BE49-F238E27FC236}">
                <a16:creationId xmlns:a16="http://schemas.microsoft.com/office/drawing/2014/main" id="{127D099F-F492-ED83-434F-92FA1AC332F6}"/>
              </a:ext>
            </a:extLst>
          </p:cNvPr>
          <p:cNvSpPr/>
          <p:nvPr userDrawn="1"/>
        </p:nvSpPr>
        <p:spPr>
          <a:xfrm>
            <a:off x="-254000" y="6756141"/>
            <a:ext cx="12941300" cy="457459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8FE72D0A-DCDE-BD77-D1FA-671229D135BD}"/>
              </a:ext>
            </a:extLst>
          </p:cNvPr>
          <p:cNvGrpSpPr/>
          <p:nvPr userDrawn="1"/>
        </p:nvGrpSpPr>
        <p:grpSpPr>
          <a:xfrm>
            <a:off x="-1" y="-1"/>
            <a:ext cx="12401551" cy="4205883"/>
            <a:chOff x="-1" y="-1"/>
            <a:chExt cx="12401551" cy="4205883"/>
          </a:xfrm>
        </p:grpSpPr>
        <p:pic>
          <p:nvPicPr>
            <p:cNvPr id="117" name="Gráfico 116">
              <a:extLst>
                <a:ext uri="{FF2B5EF4-FFF2-40B4-BE49-F238E27FC236}">
                  <a16:creationId xmlns:a16="http://schemas.microsoft.com/office/drawing/2014/main" id="{B607B1BF-B714-2144-4703-E3498ABFF8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1" y="-1"/>
              <a:ext cx="4486275" cy="4205883"/>
            </a:xfrm>
            <a:prstGeom prst="rect">
              <a:avLst/>
            </a:prstGeom>
          </p:spPr>
        </p:pic>
        <p:grpSp>
          <p:nvGrpSpPr>
            <p:cNvPr id="118" name="Agrupar 117">
              <a:extLst>
                <a:ext uri="{FF2B5EF4-FFF2-40B4-BE49-F238E27FC236}">
                  <a16:creationId xmlns:a16="http://schemas.microsoft.com/office/drawing/2014/main" id="{F70B5370-5045-5D3B-F9CD-328520418D92}"/>
                </a:ext>
              </a:extLst>
            </p:cNvPr>
            <p:cNvGrpSpPr/>
            <p:nvPr userDrawn="1"/>
          </p:nvGrpSpPr>
          <p:grpSpPr>
            <a:xfrm>
              <a:off x="2914650" y="0"/>
              <a:ext cx="9486900" cy="2857500"/>
              <a:chOff x="2914650" y="0"/>
              <a:chExt cx="9486900" cy="2857500"/>
            </a:xfrm>
          </p:grpSpPr>
          <p:sp>
            <p:nvSpPr>
              <p:cNvPr id="119" name="Retângulo 118">
                <a:extLst>
                  <a:ext uri="{FF2B5EF4-FFF2-40B4-BE49-F238E27FC236}">
                    <a16:creationId xmlns:a16="http://schemas.microsoft.com/office/drawing/2014/main" id="{AC27DE14-34CE-6C27-2A11-C4AD5F8DD16C}"/>
                  </a:ext>
                </a:extLst>
              </p:cNvPr>
              <p:cNvSpPr/>
              <p:nvPr userDrawn="1"/>
            </p:nvSpPr>
            <p:spPr>
              <a:xfrm>
                <a:off x="3538538" y="0"/>
                <a:ext cx="8863012" cy="593725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0" name="Retângulo 119">
                <a:extLst>
                  <a:ext uri="{FF2B5EF4-FFF2-40B4-BE49-F238E27FC236}">
                    <a16:creationId xmlns:a16="http://schemas.microsoft.com/office/drawing/2014/main" id="{C1E9145F-78C3-2233-9371-D0783693E5C0}"/>
                  </a:ext>
                </a:extLst>
              </p:cNvPr>
              <p:cNvSpPr/>
              <p:nvPr userDrawn="1"/>
            </p:nvSpPr>
            <p:spPr>
              <a:xfrm>
                <a:off x="2914650" y="152400"/>
                <a:ext cx="1571624" cy="2705100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72850F4-04F7-78CE-BE5A-BB56A33BDF37}"/>
              </a:ext>
            </a:extLst>
          </p:cNvPr>
          <p:cNvSpPr/>
          <p:nvPr userDrawn="1"/>
        </p:nvSpPr>
        <p:spPr>
          <a:xfrm>
            <a:off x="-254000" y="-12535"/>
            <a:ext cx="12941300" cy="63794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6199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117AB007-3901-232B-E2EB-31D97B73721C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35008200-AC0B-497A-2A7F-35C3AA0D6B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811E5FEE-7CCF-8FC3-B3BD-4ACF30EAD3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F0A503F6-EEB8-7B69-8EA3-8C69F38269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AE4B6622-15E7-0C97-5EE0-DC475F855F03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EE91521D-CBF9-CFB9-0860-8659F4FFB7E5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5830B27B-E304-47CB-3FE3-48B9729483B6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DFEE111-8E52-59F1-294D-E146E738B798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083E511D-0F4E-F700-3906-A9F02BEAAD22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445D5AE8-9406-7AD7-3124-2308F8048708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EAD5393-50B9-8DE5-C5D9-5D3D267CBD88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10E3F617-50BE-F628-28B3-1817376A9E74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02C7D92D-CC7A-44A0-D3C5-C02C71D4E4B8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B30C67C-2847-65AC-2164-D7D9D65B64D6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19E82E92-61F5-208A-567F-2363DBB9D4E9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FE992553-729F-AC0F-060F-B412C03627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F0D3466-D6EE-73BD-A70D-92B42999CA69}"/>
              </a:ext>
            </a:extLst>
          </p:cNvPr>
          <p:cNvSpPr/>
          <p:nvPr userDrawn="1"/>
        </p:nvSpPr>
        <p:spPr>
          <a:xfrm>
            <a:off x="-65087" y="0"/>
            <a:ext cx="2732087" cy="246743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D870DB-06D6-D275-B6C5-8A5073AD5ABE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05B092-72B4-3190-3977-05118DF3374C}"/>
              </a:ext>
            </a:extLst>
          </p:cNvPr>
          <p:cNvSpPr/>
          <p:nvPr userDrawn="1"/>
        </p:nvSpPr>
        <p:spPr>
          <a:xfrm>
            <a:off x="2362200" y="0"/>
            <a:ext cx="5657850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0730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406D033-CFE5-F422-B721-BE4A701622AE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314FDDF2-AA26-09BC-C8B2-F3DB158BEE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9201E28A-C386-236C-F02B-C7798DD052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687AA31E-B9FE-DFCB-C2B1-A21763947B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A3939449-4EBD-04D2-EDC3-FDC312373732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37CDFE07-27D8-5B1C-DF9F-22C169923B97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F55AEFD8-52E8-0340-5611-15525CEC93E4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AB4DF97A-317D-403D-F663-9BE6D859DE00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2DCCF52F-25C9-4F92-ADDC-252ACBEE74BB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8EA26D3D-48F6-0EF3-79F1-D2606A1FC7CB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10B30898-CC5B-DC77-50DF-383D8A6A51FF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BB572232-BCBD-5DD3-8458-FEEF9F356246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3F41683E-9A67-7AB8-1008-BEE188E4F41F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E76E7CCA-5BFD-85EE-5D27-F6834F82E79E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DAE8F150-4007-6B9C-1CD7-0B7B7C414558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A4A93573-FDB2-6CEE-AB47-54F0D2A646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579153E8-828C-749E-2C9E-68402F389C9A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B5B6A989-A123-9B88-9924-076163FD2284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15BEC32-0255-6AFB-9691-8313768E24E9}"/>
              </a:ext>
            </a:extLst>
          </p:cNvPr>
          <p:cNvSpPr/>
          <p:nvPr userDrawn="1"/>
        </p:nvSpPr>
        <p:spPr>
          <a:xfrm>
            <a:off x="-45301" y="1"/>
            <a:ext cx="8065351" cy="239594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5646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4B36941-FE34-0603-06AD-2D0ABA055B73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08D07818-4A92-344C-8647-3E34059C50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BA230DCA-11D4-3BB5-CB94-65C0D20405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C7C9AC81-7BA9-61D2-DFD0-0CD2971A50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651EF185-1C48-18F1-89C2-CB3F4824DA6E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5111230B-AD32-41A2-E6AF-F4C6C8047C91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88BAEDA4-40B2-FCE1-91D2-BD22350D7A41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87FED4FE-D3C1-9976-0EC3-368301FAE564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5DF333DD-1DBE-B83B-34E0-AF7012981A74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A6E1611F-1466-B3F9-73FE-FC459E7FC147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B17BC887-E1AE-2C0E-B635-749CDE1105E9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960B4F2C-10BC-3353-F477-0039010CB212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4AF0B80D-2F5D-5473-C47D-3008140AB3C2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4DA24FE-5706-5E4E-E62D-6C46A3966D57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591FDC1-CC47-AEF6-18D2-299C4B7378EA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FD15815D-1722-FAC5-7DBE-71DA0DA7FE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951394"/>
            <a:ext cx="826012" cy="58755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151081E9-F014-9CC5-3D3C-4B01256084BF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769777B-0F7A-755E-6409-4F5C29AFB317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49B91E-627F-5235-BAC1-CE745E006115}"/>
              </a:ext>
            </a:extLst>
          </p:cNvPr>
          <p:cNvSpPr/>
          <p:nvPr userDrawn="1"/>
        </p:nvSpPr>
        <p:spPr>
          <a:xfrm>
            <a:off x="-45301" y="-3004"/>
            <a:ext cx="8065351" cy="24974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6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82A0CE0-DBC0-B848-9544-B2DDA68B32F8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54EE4B-4FA5-C24D-B7E6-49189F1DBA1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6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63" r:id="rId2"/>
    <p:sldLayoutId id="2147483664" r:id="rId3"/>
    <p:sldLayoutId id="2147483661" r:id="rId4"/>
    <p:sldLayoutId id="2147483667" r:id="rId5"/>
    <p:sldLayoutId id="2147483673" r:id="rId6"/>
    <p:sldLayoutId id="2147483712" r:id="rId7"/>
    <p:sldLayoutId id="2147483678" r:id="rId8"/>
    <p:sldLayoutId id="2147483711" r:id="rId9"/>
    <p:sldLayoutId id="2147483674" r:id="rId10"/>
    <p:sldLayoutId id="2147483713" r:id="rId11"/>
    <p:sldLayoutId id="2147483677" r:id="rId12"/>
    <p:sldLayoutId id="2147483714" r:id="rId13"/>
    <p:sldLayoutId id="2147483679" r:id="rId14"/>
    <p:sldLayoutId id="2147483715" r:id="rId15"/>
    <p:sldLayoutId id="2147483676" r:id="rId16"/>
    <p:sldLayoutId id="2147483716" r:id="rId17"/>
    <p:sldLayoutId id="2147483682" r:id="rId18"/>
    <p:sldLayoutId id="2147483717" r:id="rId19"/>
    <p:sldLayoutId id="2147483680" r:id="rId20"/>
    <p:sldLayoutId id="2147483700" r:id="rId21"/>
    <p:sldLayoutId id="2147483668" r:id="rId22"/>
    <p:sldLayoutId id="2147483655" r:id="rId23"/>
    <p:sldLayoutId id="2147483671" r:id="rId24"/>
    <p:sldLayoutId id="2147483705" r:id="rId25"/>
    <p:sldLayoutId id="2147483670" r:id="rId26"/>
    <p:sldLayoutId id="2147483665" r:id="rId27"/>
    <p:sldLayoutId id="2147483666" r:id="rId28"/>
    <p:sldLayoutId id="2147483649" r:id="rId29"/>
    <p:sldLayoutId id="2147483718" r:id="rId30"/>
    <p:sldLayoutId id="2147483719" r:id="rId31"/>
    <p:sldLayoutId id="2147483710" r:id="rId32"/>
    <p:sldLayoutId id="2147483672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708" r:id="rId39"/>
    <p:sldLayoutId id="2147483689" r:id="rId40"/>
    <p:sldLayoutId id="2147483707" r:id="rId41"/>
    <p:sldLayoutId id="2147483709" r:id="rId42"/>
    <p:sldLayoutId id="2147483692" r:id="rId43"/>
    <p:sldLayoutId id="2147483698" r:id="rId44"/>
    <p:sldLayoutId id="2147483699" r:id="rId45"/>
    <p:sldLayoutId id="2147483701" r:id="rId46"/>
    <p:sldLayoutId id="2147483702" r:id="rId47"/>
    <p:sldLayoutId id="2147483703" r:id="rId48"/>
    <p:sldLayoutId id="2147483704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hyperlink" Target="https://www.google.com/search?q=Series&amp;sca_esv=ed6f5ed44ddb5799&amp;rlz=1C1ISCS_pt-PTBR1010BR1010&amp;sxsrf=AE3TifMuMl34yQu57AOmosk47yUdH14b1g%3A1762780212063&amp;ei=NOQRafTGA-jd5OUPlI6pYA&amp;oq=para+que+serve+a+&amp;gs_lp=Egxnd3Mtd2l6LXNlcnAiEXBhcmEgcXVlIHNlcnZlIGEgKgIIADIKEAAYgAQYQxiKBTIKEAAYgAQYQxiKBTIFEAAYgAQyBRAAGIAEMgUQABiABDIOEAAYgAQYsQMYgwEYigUyBRAAGIAEMgUQABiABDIFEAAYgAQyBRAAGIAESJIxUABYgiZwBHgBkAEAmAHLAaABiBWqAQYwLjE4LjG4AQPIAQD4AQGYAhegAq4YwgIKECMYgAQYJxiKBcICCxAuGIAEGLEDGIMBwgIKEC4YgAQYQxiKBcICEBAuGIAEGNEDGEMYxwEYigXCAgoQIxjwBRgnGMkCwgILEAAYgAQYsQMYgwHCAhAQIxjwBRiABBgnGMkCGIoFwgIEECMYJ8ICDhAuGIAEGMcBGI4FGK8BwgIIEAAYgAQYsQPCAggQLhiABBixA8ICGhAuGIAEGLEDGIMBGJcFGNwEGN4EGOAE2AEBmAMAugYGCAEQARgUkgcGNC4xNy4yoAeVmQGyBwYwLjE3LjK4B_kXwgcIMi0yLjE5LjLIB9wC&amp;sclient=gws-wiz-serp&amp;ved=2ahUKEwjvzImJ1OeQAxWGILkGHaI1A7AQgK4QegYIAQgAEAk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hyperlink" Target="https://www.kaggle.com/datasets/thebumpkin/700-classic-disco-tracks-with-spotify-data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77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99EA858-7D37-4CD7-B0F8-FCEE9937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1272" y="0"/>
            <a:ext cx="12559151" cy="675536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AFC726F-A059-4333-AA23-8457DC238883}"/>
              </a:ext>
            </a:extLst>
          </p:cNvPr>
          <p:cNvSpPr/>
          <p:nvPr/>
        </p:nvSpPr>
        <p:spPr>
          <a:xfrm>
            <a:off x="-177281" y="168152"/>
            <a:ext cx="583377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Vamos virar a chave um pouquinho...</a:t>
            </a:r>
            <a:endParaRPr lang="pt-BR" sz="5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8" name="Balão de Pensamento: Nuvem 7">
            <a:extLst>
              <a:ext uri="{FF2B5EF4-FFF2-40B4-BE49-F238E27FC236}">
                <a16:creationId xmlns:a16="http://schemas.microsoft.com/office/drawing/2014/main" id="{CEE9705F-4E32-40FD-9D4A-7D198AB43FD9}"/>
              </a:ext>
            </a:extLst>
          </p:cNvPr>
          <p:cNvSpPr/>
          <p:nvPr/>
        </p:nvSpPr>
        <p:spPr>
          <a:xfrm>
            <a:off x="7265373" y="168152"/>
            <a:ext cx="5122506" cy="1586204"/>
          </a:xfrm>
          <a:prstGeom prst="cloudCallout">
            <a:avLst>
              <a:gd name="adj1" fmla="val -67281"/>
              <a:gd name="adj2" fmla="val 34265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 que será que vai acontecer agora?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22C7918-DEDD-427C-91BB-C154DAC37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047" y="2921627"/>
            <a:ext cx="2706624" cy="251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1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32B5581-FFC2-4BBE-989C-215447F85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9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EDF8D99-07C5-4BEF-A455-477D10A01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38" y="-74645"/>
            <a:ext cx="11434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3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F401108-6BFA-450D-80F2-3017E875011B}"/>
              </a:ext>
            </a:extLst>
          </p:cNvPr>
          <p:cNvSpPr/>
          <p:nvPr/>
        </p:nvSpPr>
        <p:spPr>
          <a:xfrm>
            <a:off x="0" y="264377"/>
            <a:ext cx="7812834" cy="2534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Pandas é uma biblioteca de software criada para a linguagem Python para manipulação e análise de dados. Em particular, oferece estruturas e operações para manipular tabelas numéricas e séries temporais. É software livre sob a licença BSD. A biblioteca pandas em Python serve para 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manipulação e análise de dados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principalmente com dados tabulares e séries temporais. 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10DFBA-5A30-4496-BA84-E2173A234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871" y="2500604"/>
            <a:ext cx="6352476" cy="423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6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BD3B1-BF00-4CE0-8B0C-6C640F440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89" y="375361"/>
            <a:ext cx="7501812" cy="59579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Principais funções e benefícios: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Estruturas de dados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Fornece as estruturas 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Series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(dados unidimensionais) e 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(dados bidimensionais como tabelas), que são fundamentais para o trabalho com dados.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Carregamento e salvamento de dados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Permite ler e escrever dados de diversos formatos, como arquivos CSV, planilhas do Excel e bancos de dados.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Limpeza e tratamento: 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Facilita operações como a limpeza de dados, tratamento de valores ausentes, remoção de duplicados e ajuste de tipos de dados.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Manipulação e análise: Possibilita realizar filtros, agrupar dados, somar, calcular estatísticas, ordenar e criar novas colunas a partir das existentes.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Integração: Integra-se facilmente com outras bibliotecas do ecossistema de ciência de dados em Python, como 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 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scikit-learn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F1A529-7E6C-436B-8709-4308E129B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359" y="83976"/>
            <a:ext cx="4137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6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EB917B6-881C-48D5-85A5-6975E5251250}"/>
              </a:ext>
            </a:extLst>
          </p:cNvPr>
          <p:cNvSpPr/>
          <p:nvPr/>
        </p:nvSpPr>
        <p:spPr>
          <a:xfrm>
            <a:off x="307911" y="945719"/>
            <a:ext cx="7081934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 pode ser a sigla para "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Comma-Separated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(Valores Separados por Vírgula) ou para "Certificado de Segurança Veicular“.</a:t>
            </a:r>
          </a:p>
          <a:p>
            <a:pPr algn="just"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Scikit-learn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são bibliotecas Python fundamentais amplamente utilizadas em ciência de dados, computação científica e aprendizado de máquina. Cada biblioteca serve a um propósito distinto, mas geralmente funciona em conjunto com as outras para obter uma análise abrangente de dados e construção de modelos.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5231A9-ECC5-4896-9511-F46062AF6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988" y="1114268"/>
            <a:ext cx="4530012" cy="309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68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BCFD889-540C-4DD3-85B0-581A251BD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643" y="1497563"/>
            <a:ext cx="8001000" cy="36576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8638896-A50D-4A14-926B-DA7A67E07241}"/>
              </a:ext>
            </a:extLst>
          </p:cNvPr>
          <p:cNvSpPr/>
          <p:nvPr/>
        </p:nvSpPr>
        <p:spPr>
          <a:xfrm>
            <a:off x="238180" y="74845"/>
            <a:ext cx="50209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Mão na Massa...</a:t>
            </a:r>
          </a:p>
        </p:txBody>
      </p:sp>
    </p:spTree>
    <p:extLst>
      <p:ext uri="{BB962C8B-B14F-4D97-AF65-F5344CB8AC3E}">
        <p14:creationId xmlns:p14="http://schemas.microsoft.com/office/powerpoint/2010/main" val="155252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F632F74-CEE4-457E-9327-6B9A28A21B5F}"/>
              </a:ext>
            </a:extLst>
          </p:cNvPr>
          <p:cNvSpPr txBox="1"/>
          <p:nvPr/>
        </p:nvSpPr>
        <p:spPr>
          <a:xfrm>
            <a:off x="65314" y="503853"/>
            <a:ext cx="8296158" cy="5442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1º Procedimento é instalar o pandas no seu computador.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estamos utilizando 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VSCode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faremos as operações através deu terminal. De preferência, trabalhe com 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Crie uma pasta em qualquer lugar do seu computador e abra esse pastas dentro do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VSCode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– open folder – abra a pasta criada.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Crie um novo arquivo com extensão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exemplo.py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Abra o terminal e digite os comandos:</a:t>
            </a:r>
          </a:p>
          <a:p>
            <a:pPr algn="just"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-m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venv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virtual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Obs.: se pedi para instalar o upgrade de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faça. É aconselhável que sua máquina esteja sempre atualizada.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 após digite as linhas: virtual\Scripts\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activate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pra ativar a pasta virtual e depois digite: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pandas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5940D6-34EC-4BD5-BB50-6CBB32644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101" y="1434114"/>
            <a:ext cx="3503956" cy="382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9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68DC3E-913B-4A4B-9673-32D0F2EF2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331" y="1251668"/>
            <a:ext cx="7548465" cy="33650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b="1" dirty="0" err="1">
                <a:solidFill>
                  <a:schemeClr val="bg1"/>
                </a:solidFill>
                <a:cs typeface="Arial" panose="020B0604020202020204" pitchFamily="34" charset="0"/>
              </a:rPr>
              <a:t>pip</a:t>
            </a:r>
            <a:r>
              <a:rPr lang="pt-BR" dirty="0">
                <a:solidFill>
                  <a:schemeClr val="bg1"/>
                </a:solidFill>
                <a:cs typeface="Arial" panose="020B0604020202020204" pitchFamily="34" charset="0"/>
              </a:rPr>
              <a:t> é uma sigla recursiva para </a:t>
            </a:r>
            <a:r>
              <a:rPr lang="pt-BR" b="1" dirty="0">
                <a:solidFill>
                  <a:schemeClr val="bg1"/>
                </a:solidFill>
                <a:cs typeface="Arial" panose="020B0604020202020204" pitchFamily="34" charset="0"/>
              </a:rPr>
              <a:t>"</a:t>
            </a:r>
            <a:r>
              <a:rPr lang="pt-BR" b="1" dirty="0" err="1">
                <a:solidFill>
                  <a:schemeClr val="bg1"/>
                </a:solidFill>
                <a:cs typeface="Arial" panose="020B0604020202020204" pitchFamily="34" charset="0"/>
              </a:rPr>
              <a:t>Pip</a:t>
            </a:r>
            <a:r>
              <a:rPr lang="pt-BR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pt-BR" b="1" dirty="0" err="1">
                <a:solidFill>
                  <a:schemeClr val="bg1"/>
                </a:solidFill>
                <a:cs typeface="Arial" panose="020B0604020202020204" pitchFamily="34" charset="0"/>
              </a:rPr>
              <a:t>Installs</a:t>
            </a:r>
            <a:r>
              <a:rPr lang="pt-BR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pt-BR" b="1" dirty="0" err="1">
                <a:solidFill>
                  <a:schemeClr val="bg1"/>
                </a:solidFill>
                <a:cs typeface="Arial" panose="020B0604020202020204" pitchFamily="34" charset="0"/>
              </a:rPr>
              <a:t>Packages</a:t>
            </a:r>
            <a:r>
              <a:rPr lang="pt-BR" b="1" dirty="0">
                <a:solidFill>
                  <a:schemeClr val="bg1"/>
                </a:solidFill>
                <a:cs typeface="Arial" panose="020B0604020202020204" pitchFamily="34" charset="0"/>
              </a:rPr>
              <a:t>"</a:t>
            </a:r>
            <a:r>
              <a:rPr lang="pt-BR" dirty="0">
                <a:solidFill>
                  <a:schemeClr val="bg1"/>
                </a:solidFill>
                <a:cs typeface="Arial" panose="020B0604020202020204" pitchFamily="34" charset="0"/>
              </a:rPr>
              <a:t> (</a:t>
            </a:r>
            <a:r>
              <a:rPr lang="pt-BR" dirty="0" err="1">
                <a:solidFill>
                  <a:schemeClr val="bg1"/>
                </a:solidFill>
                <a:cs typeface="Arial" panose="020B0604020202020204" pitchFamily="34" charset="0"/>
              </a:rPr>
              <a:t>Pip</a:t>
            </a:r>
            <a:r>
              <a:rPr lang="pt-BR" dirty="0">
                <a:solidFill>
                  <a:schemeClr val="bg1"/>
                </a:solidFill>
                <a:cs typeface="Arial" panose="020B0604020202020204" pitchFamily="34" charset="0"/>
              </a:rPr>
              <a:t> Instala Pacotes). É o gerenciador de pacotes padrão da linguagem, usado para instalar e gerenciar bibliotecas e dependências de software que não vêm com a instalação padrão do Python.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 pasta 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venv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serve para criar ambientes virtuais isolados em projetos Python. Isso significa que ela contém uma instalação separada do Python e suas bibliotecas, impedindo que as dependências de um projeto interfiram nas de outro ou na instalação global do Python. 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10DB318-AD37-49BF-BBF0-5F5923CF6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044" y="-65315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01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D715BB4-8ECA-4CCB-B6BE-1B6CA9F5D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56" y="1126866"/>
            <a:ext cx="8324585" cy="289384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B332991-B6FD-4AD4-B526-69EFB6991941}"/>
              </a:ext>
            </a:extLst>
          </p:cNvPr>
          <p:cNvSpPr txBox="1"/>
          <p:nvPr/>
        </p:nvSpPr>
        <p:spPr>
          <a:xfrm>
            <a:off x="112259" y="317240"/>
            <a:ext cx="8247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Exercícios:</a:t>
            </a:r>
          </a:p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Criação de um pequeno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como por exemplo cargos e salários: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959CF56-B181-41B0-8854-79BBCD9CB191}"/>
              </a:ext>
            </a:extLst>
          </p:cNvPr>
          <p:cNvSpPr txBox="1"/>
          <p:nvPr/>
        </p:nvSpPr>
        <p:spPr>
          <a:xfrm>
            <a:off x="112259" y="4184006"/>
            <a:ext cx="8247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terminal: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ex01.py (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0E3E09-A2C5-4374-A9A3-5149D1F8A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437" y="1126866"/>
            <a:ext cx="2976465" cy="297646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85C458D6-B217-4CE1-A37D-B7CCEAA64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259" y="4553338"/>
            <a:ext cx="6811055" cy="1021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Importa a biblioteca pandas e dá a ela um apelido (</a:t>
            </a:r>
            <a:r>
              <a:rPr kumimoji="0" lang="pt-BR" altLang="pt-BR" sz="1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pd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para facilitar o uso.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Assim, em vez de escrever </a:t>
            </a:r>
            <a:r>
              <a:rPr kumimoji="0" lang="pt-BR" altLang="pt-BR" sz="1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pandas.DataFrame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você escreve </a:t>
            </a:r>
            <a:r>
              <a:rPr kumimoji="0" lang="pt-BR" altLang="pt-BR" sz="1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pd.DataFrame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Essa é uma convenção padrão na comunidade Python.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8D872A3-C6CC-4634-8393-A2FD3AC79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4352" y="5290359"/>
            <a:ext cx="4531753" cy="134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Cria um dicionário Python com duas chaves: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'cargos'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contém uma 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lista de cargos.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'</a:t>
            </a:r>
            <a:r>
              <a:rPr kumimoji="0" lang="pt-BR" altLang="pt-BR" sz="1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salarios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'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contém uma 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lista com os respectivos salários.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Cada posição da lista representa uma linha de dados.</a:t>
            </a:r>
          </a:p>
        </p:txBody>
      </p:sp>
    </p:spTree>
    <p:extLst>
      <p:ext uri="{BB962C8B-B14F-4D97-AF65-F5344CB8AC3E}">
        <p14:creationId xmlns:p14="http://schemas.microsoft.com/office/powerpoint/2010/main" val="313086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7E66ECA-2228-4599-AA6E-568523FC6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462" y="254453"/>
            <a:ext cx="5600700" cy="569595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804CDA4-72E9-4352-81CE-1076A23D5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95" y="376205"/>
            <a:ext cx="5892975" cy="460634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74349C5-8A03-492E-80ED-0837DBA51816}"/>
              </a:ext>
            </a:extLst>
          </p:cNvPr>
          <p:cNvSpPr txBox="1"/>
          <p:nvPr/>
        </p:nvSpPr>
        <p:spPr>
          <a:xfrm>
            <a:off x="3079060" y="1670179"/>
            <a:ext cx="20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 com input</a:t>
            </a:r>
          </a:p>
        </p:txBody>
      </p:sp>
    </p:spTree>
    <p:extLst>
      <p:ext uri="{BB962C8B-B14F-4D97-AF65-F5344CB8AC3E}">
        <p14:creationId xmlns:p14="http://schemas.microsoft.com/office/powerpoint/2010/main" val="218677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DAF03E94-515D-489F-A18C-C444689FFA6C}"/>
              </a:ext>
            </a:extLst>
          </p:cNvPr>
          <p:cNvSpPr/>
          <p:nvPr/>
        </p:nvSpPr>
        <p:spPr>
          <a:xfrm>
            <a:off x="466823" y="354271"/>
            <a:ext cx="7809430" cy="2118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pandas é uma estrutura de dados bidimensional semelhante a uma tabela de planilha, com linhas e colunas, usada para análise e manipulação de dados em Python. Cada coluna em um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 conter um tipo de dado diferente (como texto, números, datas) e é, na verdade, um objeto de tipo "Série" do pandas.  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3E267A0-6350-4885-98F3-A89B1E6A8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523" y="2351771"/>
            <a:ext cx="5220477" cy="357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0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F63819-8DA5-4F07-932C-92E176B91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5" y="29228"/>
            <a:ext cx="12111134" cy="6788977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Principais características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Estrutura tabular: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Organiza os dados em linhas e colunas, como uma tabela, facilitando a visualização e o trabalho com dados.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Tipos de dados flexíveis: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Permite que cada coluna tenha seu próprio tipo de dado, como números inteiros,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strings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 booleanos e datas, semelhante a uma planilha do Excel.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Componentes: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É composto por várias "Séries", onde cada Série corresponde a uma coluna do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DataFrame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.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Rótulos: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Possui rótulos para colunas e índices (linhas) para facilitar o acesso e a identificação dos dados.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Versatilidade: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Pode ser criado a partir de várias fontes, como dicionários de listas, matrizes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NumPy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 outras Séries ou até mesmo outros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DataFrames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.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Funcionalidade: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Oferece uma ampla gama de funções para manipular os dados, incluindo operações matemáticas, renomear colunas, iterar sobre linhas e colunas, e importar dados de diversos formatos.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F51A01-43C6-4962-85D3-287E66295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0866" y="1990149"/>
            <a:ext cx="12192000" cy="55399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9650EE-3EFF-4542-808E-3A4424D54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618" y="2179137"/>
            <a:ext cx="2591382" cy="171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37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C2CDF33-C9F9-458F-B8D7-C3822D4C48FE}"/>
              </a:ext>
            </a:extLst>
          </p:cNvPr>
          <p:cNvSpPr/>
          <p:nvPr/>
        </p:nvSpPr>
        <p:spPr>
          <a:xfrm>
            <a:off x="183502" y="245717"/>
            <a:ext cx="7598228" cy="2534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Exercícios: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Utilize uma base de dados em formato “CSV” para esta atividade. 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 ser utilizado uma base de dados fornecida pelo site do Kaggle.com como por exemplo a lista disponível no link: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https://www.kaggle.com/datasets/thebumpkin/700-classic-disco-tracks-with-spotify-data</a:t>
            </a:r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988C2AE-13F9-4894-8783-C92BF8ED7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32" y="3121089"/>
            <a:ext cx="5124450" cy="173355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8FBB6FA-0323-44CD-99E7-6D112A2E1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15039"/>
            <a:ext cx="10298415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método .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to_string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converte o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inteiro em uma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formatada (um texto grande) e mostra todas as linhas no console.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7E94A0A-1202-448D-A767-F1C632A41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834" y="245717"/>
            <a:ext cx="3332432" cy="495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2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AC360F2-EDE3-44CB-AB28-F794965DA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221" y="1294387"/>
            <a:ext cx="1554196" cy="155419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10877CF-26DB-4FDC-9FAC-1E602B208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9" y="542823"/>
            <a:ext cx="8219873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Exercício: Manipulação de Arquivos CSV com Pandas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Enunciado: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Você foi contratado para analisar uma planilha de músicas chamada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ClassicDisco.csv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contendo informações sobre músicas clássicas de discoteca, com as seguintes colunas: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Artista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Musica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Genero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Seu objetivo é explorar os dados usando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diferentes métodos da biblioteca Pandas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7244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871BF80-6A12-4D42-A2CE-0F4F0B086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455" y="298579"/>
            <a:ext cx="4477820" cy="2985796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B211E79-8FA2-4A21-BECD-E09C74AAC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32" y="312575"/>
            <a:ext cx="3676650" cy="15621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6ED69DB-C6AC-425D-A2E2-F70A6CCBA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32" y="2339846"/>
            <a:ext cx="3676650" cy="158115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7B0AB1A-33BC-4EDC-8F60-4FA190ED4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657" y="4386167"/>
            <a:ext cx="3667125" cy="19335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C09ACC4-D53D-424F-87B5-DED1C57D3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3159" y="4043460"/>
            <a:ext cx="41529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2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88445C-9031-4879-8A73-770FEB8B2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887" y="575068"/>
            <a:ext cx="8761444" cy="46115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Os principais comandos do Pandas incluem: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bg1"/>
                </a:solidFill>
                <a:cs typeface="Arial" panose="020B0604020202020204" pitchFamily="34" charset="0"/>
              </a:rPr>
              <a:t>C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riação de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DataFrames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(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pd.DataFrame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())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bg1"/>
                </a:solidFill>
                <a:cs typeface="Arial" panose="020B0604020202020204" pitchFamily="34" charset="0"/>
              </a:rPr>
              <a:t>L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eitura de arquivos (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pd.read_csv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())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bg1"/>
                </a:solidFill>
                <a:cs typeface="Arial" panose="020B0604020202020204" pitchFamily="34" charset="0"/>
              </a:rPr>
              <a:t>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eleção de dados (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['coluna']), filtragem (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[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['coluna'] &gt; valor])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bg1"/>
                </a:solidFill>
                <a:cs typeface="Arial" panose="020B0604020202020204" pitchFamily="34" charset="0"/>
              </a:rPr>
              <a:t>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rdenação (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df.sort_values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())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bg1"/>
                </a:solidFill>
                <a:cs typeface="Arial" panose="020B0604020202020204" pitchFamily="34" charset="0"/>
              </a:rPr>
              <a:t>A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grupamento (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df.groupby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())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bg1"/>
                </a:solidFill>
                <a:cs typeface="Arial" panose="020B0604020202020204" pitchFamily="34" charset="0"/>
              </a:rPr>
              <a:t>M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anipulação de dados como adicionar (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['nova'] = ...)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bg1"/>
                </a:solidFill>
                <a:cs typeface="Arial" panose="020B0604020202020204" pitchFamily="34" charset="0"/>
              </a:rPr>
              <a:t>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emover colunas (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df.drop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()) </a:t>
            </a:r>
            <a:endParaRPr lang="pt-BR" altLang="pt-BR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Preencher valores nulos (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df.fillna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()).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Para visualização e análise inicial: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são úteis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df.head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(),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df.tail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(), df.info(),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df.shape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e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df.describe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()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3B85276-FDDA-4F79-B9E7-CE5A592AE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052" y="859291"/>
            <a:ext cx="47625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34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1B3D97-B4F5-4CE1-A845-22D5555A3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36" y="276348"/>
            <a:ext cx="8126964" cy="22184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Criação e leitura de dados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pd.DataFrame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(): Cria um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partir de um dicionário ou lista de listas.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pd.read_csv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('arquivo.csv'): Lê dados de um arquivo CSV.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df.to_csv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('saida.csv', index=False): Salva o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 um arquivo CSV.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2DBDEC-8852-4E09-880D-D320D684B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36" y="2838411"/>
            <a:ext cx="9302620" cy="30494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Visualização e informações iniciais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df.head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(): Mostra as primeiras linhas do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df.tail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(): Mostra as últimas linhas.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df.info(): Apresenta informações gerais sobre 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(tipos de dados, contagem de nulos, etc.).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df.shape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Retorna uma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tupla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 o número de linhas e colunas.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df.describe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(): Gera estatísticas descritivas para colunas numéricas. 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1A28B34-A699-46C5-B260-EAD716FCA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351" y="811763"/>
            <a:ext cx="3163078" cy="316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1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8B98F4-3AC0-417A-AA2C-ABF94977C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4827"/>
            <a:ext cx="6410131" cy="65883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Seleção e filtragem</a:t>
            </a:r>
            <a:endParaRPr kumimoji="0" lang="pt-BR" altLang="pt-BR" sz="15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['coluna']: Seleciona uma única coluna.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[['coluna1', 'coluna2']]: Seleciona múltiplas colunas.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df.loc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[linha]: Seleciona linhas usando rótulos de índice.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df.iloc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[</a:t>
            </a: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posicao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]: Seleciona linhas usando a posição numérica.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[</a:t>
            </a: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['coluna'] &gt; 30]: Filtra linhas com base em uma condição booleana.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Manipulação e limpeza de dados</a:t>
            </a:r>
            <a:endParaRPr kumimoji="0" lang="pt-BR" altLang="pt-BR" sz="15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['</a:t>
            </a: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nova_coluna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'] = valores: Cria uma nova coluna.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df.drop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</a:t>
            </a: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columns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=['coluna'], </a:t>
            </a: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inplace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=</a:t>
            </a: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True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): Remove uma ou mais colunas.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df.dropna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</a:t>
            </a: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inplace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=</a:t>
            </a: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True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): Remove linhas com valores nulos.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df.fillna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(0, </a:t>
            </a: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inplace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=</a:t>
            </a: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True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): Preenche valores nulos com um valor específico, como 0.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df.sort_values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</a:t>
            </a: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by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='coluna'): Ordena o </a:t>
            </a: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DataFrame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por uma ou mais colunas.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Agrupamento e agregação</a:t>
            </a:r>
            <a:endParaRPr kumimoji="0" lang="pt-BR" altLang="pt-BR" sz="15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df.groupby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('coluna').</a:t>
            </a: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mean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(): Agrupa os dados por uma coluna e calcula a média para cada grupo.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5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pd.pivot_table</a:t>
            </a:r>
            <a:r>
              <a:rPr kumimoji="0" lang="pt-BR" altLang="pt-BR" sz="15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(): Cria uma tabela dinâmica para resumir dados.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48CA68B-1440-4D11-AE9E-F54D1DC8D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796" y="923730"/>
            <a:ext cx="3163078" cy="316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43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2024F0C-8E81-45CA-9343-F14DA5698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10" y="664028"/>
            <a:ext cx="4010025" cy="21336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DB2C7D3-DF79-448F-91C3-1AB0BDAFB706}"/>
              </a:ext>
            </a:extLst>
          </p:cNvPr>
          <p:cNvSpPr txBox="1"/>
          <p:nvPr/>
        </p:nvSpPr>
        <p:spPr>
          <a:xfrm>
            <a:off x="765110" y="93306"/>
            <a:ext cx="2771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Exercícios Práticos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14B1DFA-2531-4E66-8D9A-0BBA85066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47" y="3195248"/>
            <a:ext cx="3943350" cy="23336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2F8FD73-E020-4EAB-9410-5B96BDF5F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520" y="93306"/>
            <a:ext cx="4686300" cy="19335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4B3B37E-CE96-48DA-8D97-88AB2E71DB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223698"/>
            <a:ext cx="3781425" cy="19431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3EEDC7D-D45F-4D67-8F74-4E81006BAA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504" y="4552560"/>
            <a:ext cx="419100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6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A6085F1-8A68-4DCF-A0B2-34515608B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58" y="176017"/>
            <a:ext cx="6262264" cy="240856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69327AB-9B99-49B4-9173-1EC95682A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58" y="3164756"/>
            <a:ext cx="9831842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que é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enumerate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comando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enumerate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é uma função embutida do Python que serve para numerar automaticamente os itens de uma sequência (lista,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tupla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colunas de um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etc.).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 vez de só percorrer os itens, ele te dá também o índice (posição) de cada item.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B36E45F-1865-44BE-B639-CB7F0BEB0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709" y="70045"/>
            <a:ext cx="1946851" cy="3462751"/>
          </a:xfrm>
          <a:prstGeom prst="rect">
            <a:avLst/>
          </a:prstGeom>
        </p:spPr>
      </p:pic>
      <p:sp>
        <p:nvSpPr>
          <p:cNvPr id="6" name="Balão de Pensamento: Nuvem 5">
            <a:extLst>
              <a:ext uri="{FF2B5EF4-FFF2-40B4-BE49-F238E27FC236}">
                <a16:creationId xmlns:a16="http://schemas.microsoft.com/office/drawing/2014/main" id="{C14A5C30-EBFD-4D02-A129-DC4046472082}"/>
              </a:ext>
            </a:extLst>
          </p:cNvPr>
          <p:cNvSpPr/>
          <p:nvPr/>
        </p:nvSpPr>
        <p:spPr>
          <a:xfrm>
            <a:off x="9787812" y="176017"/>
            <a:ext cx="2177630" cy="850350"/>
          </a:xfrm>
          <a:prstGeom prst="cloudCallout">
            <a:avLst>
              <a:gd name="adj1" fmla="val -46542"/>
              <a:gd name="adj2" fmla="val 668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Eles gostam de desafios...</a:t>
            </a:r>
          </a:p>
        </p:txBody>
      </p:sp>
    </p:spTree>
    <p:extLst>
      <p:ext uri="{BB962C8B-B14F-4D97-AF65-F5344CB8AC3E}">
        <p14:creationId xmlns:p14="http://schemas.microsoft.com/office/powerpoint/2010/main" val="570749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849E1A6-58EF-4AFA-9E19-FE85AA9F6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61" y="300231"/>
            <a:ext cx="3990975" cy="166687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48B4AFD-397C-4B18-A462-1C0B76F4B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61" y="2151095"/>
            <a:ext cx="8048625" cy="17907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AC792B2-1DC2-4713-808B-5A03F8FC0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709" y="70045"/>
            <a:ext cx="1946851" cy="3462751"/>
          </a:xfrm>
          <a:prstGeom prst="rect">
            <a:avLst/>
          </a:prstGeom>
        </p:spPr>
      </p:pic>
      <p:sp>
        <p:nvSpPr>
          <p:cNvPr id="5" name="Balão de Pensamento: Nuvem 4">
            <a:extLst>
              <a:ext uri="{FF2B5EF4-FFF2-40B4-BE49-F238E27FC236}">
                <a16:creationId xmlns:a16="http://schemas.microsoft.com/office/drawing/2014/main" id="{E241BFC7-53F7-401C-897A-0DDF0BD4CBA8}"/>
              </a:ext>
            </a:extLst>
          </p:cNvPr>
          <p:cNvSpPr/>
          <p:nvPr/>
        </p:nvSpPr>
        <p:spPr>
          <a:xfrm>
            <a:off x="9787812" y="176017"/>
            <a:ext cx="2177630" cy="850350"/>
          </a:xfrm>
          <a:prstGeom prst="cloudCallout">
            <a:avLst>
              <a:gd name="adj1" fmla="val -46542"/>
              <a:gd name="adj2" fmla="val 668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Eles gostam de desafios...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C9569C2-0DB6-4060-83BC-EB8F99DD83EC}"/>
              </a:ext>
            </a:extLst>
          </p:cNvPr>
          <p:cNvSpPr txBox="1"/>
          <p:nvPr/>
        </p:nvSpPr>
        <p:spPr>
          <a:xfrm>
            <a:off x="438539" y="4609322"/>
            <a:ext cx="5514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trabalhar com as planilhas do Excel no pandas é necessário fazer a instalação de um recurso:</a:t>
            </a:r>
          </a:p>
          <a:p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EEDB36B-3721-47E6-B5D4-B693A0CF0F41}"/>
              </a:ext>
            </a:extLst>
          </p:cNvPr>
          <p:cNvSpPr/>
          <p:nvPr/>
        </p:nvSpPr>
        <p:spPr>
          <a:xfrm>
            <a:off x="1850179" y="5347986"/>
            <a:ext cx="1997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pip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install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openpyxl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7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27ACD33-2450-4387-A4FE-51955D464DA8}"/>
              </a:ext>
            </a:extLst>
          </p:cNvPr>
          <p:cNvSpPr/>
          <p:nvPr/>
        </p:nvSpPr>
        <p:spPr>
          <a:xfrm>
            <a:off x="348428" y="280118"/>
            <a:ext cx="55422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Agora é com você: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819555-E720-42E0-8BCF-310D5EC1EA4C}"/>
              </a:ext>
            </a:extLst>
          </p:cNvPr>
          <p:cNvSpPr txBox="1"/>
          <p:nvPr/>
        </p:nvSpPr>
        <p:spPr>
          <a:xfrm>
            <a:off x="348428" y="1231439"/>
            <a:ext cx="6892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Faça Download dos recursos indicados pelo instrutor que está no campus digital. Na pasta do instrutor tem uma subpasta com o nome de recursos aula 10: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AAC5A83-3725-4DBA-983B-25AB001AE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04922"/>
            <a:ext cx="495758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5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9E87665-D6EB-40D4-ABEA-F42893F0A6CE}"/>
              </a:ext>
            </a:extLst>
          </p:cNvPr>
          <p:cNvSpPr txBox="1"/>
          <p:nvPr/>
        </p:nvSpPr>
        <p:spPr>
          <a:xfrm>
            <a:off x="236461" y="335700"/>
            <a:ext cx="6892127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a planilha bancos, execute as tarefas abaixo:</a:t>
            </a:r>
          </a:p>
          <a:p>
            <a:pPr marL="342900" indent="-342900" algn="just">
              <a:lnSpc>
                <a:spcPct val="150000"/>
              </a:lnSpc>
              <a:buAutoNum type="alphaLcPeriod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Mostrar todas as informações da planilha:</a:t>
            </a:r>
          </a:p>
          <a:p>
            <a:pPr marL="342900" indent="-342900" algn="just">
              <a:lnSpc>
                <a:spcPct val="150000"/>
              </a:lnSpc>
              <a:buAutoNum type="alphaLcPeriod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Filtrar por banco: (faça um teste por banco)</a:t>
            </a:r>
          </a:p>
          <a:p>
            <a:pPr marL="342900" indent="-342900" algn="just">
              <a:lnSpc>
                <a:spcPct val="150000"/>
              </a:lnSpc>
              <a:buAutoNum type="alphaLcPeriod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Filtre banco do brasil e mostre as colunas banco e descrição:</a:t>
            </a:r>
          </a:p>
          <a:p>
            <a:pPr marL="342900" indent="-342900" algn="just">
              <a:lnSpc>
                <a:spcPct val="150000"/>
              </a:lnSpc>
              <a:buFontTx/>
              <a:buAutoNum type="alphaLcPeriod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Adicionar uma nova coluna chamada '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Nova_Coluna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9985AB-AE22-43ED-8D1E-8E39E7100052}"/>
              </a:ext>
            </a:extLst>
          </p:cNvPr>
          <p:cNvSpPr txBox="1"/>
          <p:nvPr/>
        </p:nvSpPr>
        <p:spPr>
          <a:xfrm>
            <a:off x="304886" y="2992983"/>
            <a:ext cx="6892127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Crie um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simples com apenas nomes e idades. Utilize o input para o usuário testar quantas vezes for necessário: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EEBCE65-9713-4F87-B6A6-B2AF0B574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709" y="70045"/>
            <a:ext cx="1946851" cy="3462751"/>
          </a:xfrm>
          <a:prstGeom prst="rect">
            <a:avLst/>
          </a:prstGeom>
        </p:spPr>
      </p:pic>
      <p:sp>
        <p:nvSpPr>
          <p:cNvPr id="5" name="Balão de Pensamento: Nuvem 4">
            <a:extLst>
              <a:ext uri="{FF2B5EF4-FFF2-40B4-BE49-F238E27FC236}">
                <a16:creationId xmlns:a16="http://schemas.microsoft.com/office/drawing/2014/main" id="{4F5C56B2-4169-4F32-A2A2-7FD1F5D1DE56}"/>
              </a:ext>
            </a:extLst>
          </p:cNvPr>
          <p:cNvSpPr/>
          <p:nvPr/>
        </p:nvSpPr>
        <p:spPr>
          <a:xfrm>
            <a:off x="9787812" y="176017"/>
            <a:ext cx="2177630" cy="850350"/>
          </a:xfrm>
          <a:prstGeom prst="cloudCallout">
            <a:avLst>
              <a:gd name="adj1" fmla="val -46542"/>
              <a:gd name="adj2" fmla="val 668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Eles gostam de desafios...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5772A5A-D7C9-4C82-9055-98306B80B0EE}"/>
              </a:ext>
            </a:extLst>
          </p:cNvPr>
          <p:cNvSpPr/>
          <p:nvPr/>
        </p:nvSpPr>
        <p:spPr>
          <a:xfrm>
            <a:off x="2982439" y="4674452"/>
            <a:ext cx="3256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='ISO-8859-1',sep=';'</a:t>
            </a:r>
            <a:endParaRPr lang="pt-BR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288D096-4EBC-4E8A-A590-6E4686803DE0}"/>
              </a:ext>
            </a:extLst>
          </p:cNvPr>
          <p:cNvSpPr txBox="1"/>
          <p:nvPr/>
        </p:nvSpPr>
        <p:spPr>
          <a:xfrm>
            <a:off x="466616" y="4171750"/>
            <a:ext cx="6892127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Neste exercício será necessário utilizar o recurso abaixo para a planilha Farmacia.csv:</a:t>
            </a:r>
          </a:p>
        </p:txBody>
      </p:sp>
    </p:spTree>
    <p:extLst>
      <p:ext uri="{BB962C8B-B14F-4D97-AF65-F5344CB8AC3E}">
        <p14:creationId xmlns:p14="http://schemas.microsoft.com/office/powerpoint/2010/main" val="197154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86E981-92DA-4AEA-BC8E-04A4B0AE4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112" y="1013750"/>
            <a:ext cx="7536635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='ISO-8859-1'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que faz?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 o tipo de codificação de caracteres usado para ler o arquivo de texto (CSV).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Arquivos CSV podem ter diferentes padrões de codificação de texto.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Brasil, é muito comum que planilhas exportadas do Excel usem ISO-8859-1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você não usar o </a:t>
            </a:r>
            <a:r>
              <a:rPr lang="pt-BR" alt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  <a:r>
              <a:rPr lang="pt-BR" alt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correto, o pandas pode gerar erros.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Usar </a:t>
            </a:r>
            <a:r>
              <a:rPr lang="pt-BR" alt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</a:t>
            </a:r>
            <a:r>
              <a:rPr lang="pt-BR" alt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=';' para garantir a separação correta das colunas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495699A-2E0B-4E98-BCE4-9F55462D9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762856"/>
            <a:ext cx="683933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FB12223-74DE-41F2-944D-BEBAD76FB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314988"/>
            <a:ext cx="23275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B24AA4E-FE8F-4B33-AE28-5FD2AF70D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881" y="1625373"/>
            <a:ext cx="268605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4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E41876B-B3CF-42E9-9D30-7C3CED8C903D}"/>
              </a:ext>
            </a:extLst>
          </p:cNvPr>
          <p:cNvSpPr txBox="1"/>
          <p:nvPr/>
        </p:nvSpPr>
        <p:spPr>
          <a:xfrm>
            <a:off x="270588" y="401217"/>
            <a:ext cx="7044612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do exercício 03: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Filtrar os dados por estado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Filtrar os dados por UF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Acrescente a coluna Observação</a:t>
            </a:r>
          </a:p>
        </p:txBody>
      </p:sp>
    </p:spTree>
    <p:extLst>
      <p:ext uri="{BB962C8B-B14F-4D97-AF65-F5344CB8AC3E}">
        <p14:creationId xmlns:p14="http://schemas.microsoft.com/office/powerpoint/2010/main" val="256412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SharedWithUsers xmlns="29c85e31-c0e5-4fba-ab60-4fce8ca17cbc">
      <UserInfo>
        <DisplayName/>
        <AccountId xsi:nil="true"/>
        <AccountType/>
      </UserInfo>
    </SharedWithUsers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41e95247f3d26be0199051f7ec3e26f0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a464040ef587764195de75a71551f205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D73A89-B988-4509-83B7-FFB36E49DC45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a781f388-7a10-472b-91d8-f6ba0302cf91"/>
    <ds:schemaRef ds:uri="9b06ae4b-c05d-45e7-9862-552d1f33da7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281B4A0-7B62-4DEF-91AD-64742E6310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DEAD69-975B-4F2D-8559-C765E7778E15}"/>
</file>

<file path=docProps/app.xml><?xml version="1.0" encoding="utf-8"?>
<Properties xmlns="http://schemas.openxmlformats.org/officeDocument/2006/extended-properties" xmlns:vt="http://schemas.openxmlformats.org/officeDocument/2006/docPropsVTypes">
  <TotalTime>1897</TotalTime>
  <Words>1801</Words>
  <Application>Microsoft Office PowerPoint</Application>
  <PresentationFormat>Widescreen</PresentationFormat>
  <Paragraphs>130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5" baseType="lpstr">
      <vt:lpstr>Calibri</vt:lpstr>
      <vt:lpstr>Gotham</vt:lpstr>
      <vt:lpstr>Arial</vt:lpstr>
      <vt:lpstr>Arial Black</vt:lpstr>
      <vt:lpstr>Abril Fatface</vt:lpstr>
      <vt:lpstr>Arial Unicode MS</vt:lpstr>
      <vt:lpstr>Gotham 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Mejakita Dev</dc:creator>
  <cp:lastModifiedBy>Clayton da Silva Oliveira</cp:lastModifiedBy>
  <cp:revision>209</cp:revision>
  <cp:lastPrinted>2018-05-14T08:23:45Z</cp:lastPrinted>
  <dcterms:created xsi:type="dcterms:W3CDTF">2018-05-13T00:15:53Z</dcterms:created>
  <dcterms:modified xsi:type="dcterms:W3CDTF">2025-11-15T16:37:21Z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